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fif" ContentType="image/jpeg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333" r:id="rId2"/>
    <p:sldId id="331" r:id="rId3"/>
    <p:sldId id="332" r:id="rId4"/>
    <p:sldId id="256" r:id="rId5"/>
    <p:sldId id="257" r:id="rId6"/>
    <p:sldId id="258" r:id="rId7"/>
    <p:sldId id="260" r:id="rId8"/>
    <p:sldId id="277" r:id="rId9"/>
    <p:sldId id="278" r:id="rId10"/>
    <p:sldId id="279" r:id="rId11"/>
    <p:sldId id="280" r:id="rId12"/>
    <p:sldId id="281" r:id="rId13"/>
    <p:sldId id="261" r:id="rId14"/>
    <p:sldId id="283" r:id="rId15"/>
    <p:sldId id="282" r:id="rId16"/>
    <p:sldId id="284" r:id="rId17"/>
    <p:sldId id="285" r:id="rId18"/>
    <p:sldId id="286" r:id="rId19"/>
    <p:sldId id="287" r:id="rId20"/>
    <p:sldId id="288" r:id="rId21"/>
    <p:sldId id="289" r:id="rId22"/>
    <p:sldId id="273" r:id="rId23"/>
    <p:sldId id="259" r:id="rId24"/>
  </p:sldIdLst>
  <p:sldSz cx="18288000" cy="10287000"/>
  <p:notesSz cx="6858000" cy="9144000"/>
  <p:embeddedFontLst>
    <p:embeddedFont>
      <p:font typeface="Alef" panose="00000500000000000000" pitchFamily="2" charset="-79"/>
      <p:regular r:id="rId25"/>
      <p:bold r:id="rId26"/>
    </p:embeddedFont>
    <p:embeddedFont>
      <p:font typeface="Alef Bold" panose="00000800000000000000" charset="-79"/>
      <p:regular r:id="rId27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loud" panose="020B0604020202020204" charset="0"/>
      <p:regular r:id="rId33"/>
    </p:embeddedFont>
    <p:embeddedFont>
      <p:font typeface="Wedges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5A8DD"/>
    <a:srgbClr val="65FF77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162" autoAdjust="0"/>
  </p:normalViewPr>
  <p:slideViewPr>
    <p:cSldViewPr>
      <p:cViewPr varScale="1">
        <p:scale>
          <a:sx n="43" d="100"/>
          <a:sy n="43" d="100"/>
        </p:scale>
        <p:origin x="52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4.mp3"/><Relationship Id="rId7" Type="http://schemas.openxmlformats.org/officeDocument/2006/relationships/image" Target="../media/image9.gif"/><Relationship Id="rId2" Type="http://schemas.microsoft.com/office/2007/relationships/media" Target="../media/media3.mp3"/><Relationship Id="rId1" Type="http://schemas.openxmlformats.org/officeDocument/2006/relationships/audio" Target="NULL" TargetMode="Externa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gif"/><Relationship Id="rId3" Type="http://schemas.microsoft.com/office/2007/relationships/media" Target="../media/media4.mp3"/><Relationship Id="rId7" Type="http://schemas.openxmlformats.org/officeDocument/2006/relationships/image" Target="../media/image11.png"/><Relationship Id="rId2" Type="http://schemas.microsoft.com/office/2007/relationships/media" Target="../media/media5.mp3"/><Relationship Id="rId1" Type="http://schemas.openxmlformats.org/officeDocument/2006/relationships/audio" Target="NULL" TargetMode="Externa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gi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6.svg"/><Relationship Id="rId2" Type="http://schemas.microsoft.com/office/2007/relationships/media" Target="../media/media6.mp3"/><Relationship Id="rId1" Type="http://schemas.openxmlformats.org/officeDocument/2006/relationships/audio" Target="NULL" TargetMode="Externa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microsoft.com/office/2007/relationships/media" Target="../media/media7.mp3"/><Relationship Id="rId1" Type="http://schemas.openxmlformats.org/officeDocument/2006/relationships/audio" Target="NULL" TargetMode="External"/><Relationship Id="rId6" Type="http://schemas.openxmlformats.org/officeDocument/2006/relationships/image" Target="../media/image20.gif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4.mp3"/><Relationship Id="rId7" Type="http://schemas.openxmlformats.org/officeDocument/2006/relationships/image" Target="../media/image22.gif"/><Relationship Id="rId2" Type="http://schemas.microsoft.com/office/2007/relationships/media" Target="../media/media8.mp3"/><Relationship Id="rId1" Type="http://schemas.openxmlformats.org/officeDocument/2006/relationships/audio" Target="NULL" TargetMode="External"/><Relationship Id="rId6" Type="http://schemas.openxmlformats.org/officeDocument/2006/relationships/image" Target="../media/image2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microsoft.com/office/2007/relationships/media" Target="../media/media4.mp3"/><Relationship Id="rId7" Type="http://schemas.microsoft.com/office/2007/relationships/hdphoto" Target="../media/hdphoto2.wdp"/><Relationship Id="rId2" Type="http://schemas.microsoft.com/office/2007/relationships/media" Target="../media/media9.mp3"/><Relationship Id="rId1" Type="http://schemas.openxmlformats.org/officeDocument/2006/relationships/audio" Target="NULL" TargetMode="External"/><Relationship Id="rId6" Type="http://schemas.openxmlformats.org/officeDocument/2006/relationships/image" Target="../media/image23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microsoft.com/office/2007/relationships/media" Target="../media/media10.mp3"/><Relationship Id="rId1" Type="http://schemas.openxmlformats.org/officeDocument/2006/relationships/audio" Target="NULL" TargetMode="External"/><Relationship Id="rId6" Type="http://schemas.openxmlformats.org/officeDocument/2006/relationships/image" Target="../media/image26.gif"/><Relationship Id="rId5" Type="http://schemas.microsoft.com/office/2007/relationships/hdphoto" Target="../media/hdphoto3.wdp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1.mp3"/><Relationship Id="rId1" Type="http://schemas.openxmlformats.org/officeDocument/2006/relationships/audio" Target="NULL" TargetMode="External"/><Relationship Id="rId6" Type="http://schemas.openxmlformats.org/officeDocument/2006/relationships/image" Target="../media/image2.png"/><Relationship Id="rId5" Type="http://schemas.openxmlformats.org/officeDocument/2006/relationships/image" Target="../media/image28.gif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2.svg"/><Relationship Id="rId12" Type="http://schemas.openxmlformats.org/officeDocument/2006/relationships/image" Target="../media/image2.png"/><Relationship Id="rId2" Type="http://schemas.microsoft.com/office/2007/relationships/media" Target="../media/media3.mp3"/><Relationship Id="rId1" Type="http://schemas.openxmlformats.org/officeDocument/2006/relationships/audio" Target="NULL" TargetMode="External"/><Relationship Id="rId6" Type="http://schemas.openxmlformats.org/officeDocument/2006/relationships/image" Target="../media/image31.png"/><Relationship Id="rId11" Type="http://schemas.openxmlformats.org/officeDocument/2006/relationships/image" Target="../media/image9.gif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gif"/><Relationship Id="rId3" Type="http://schemas.microsoft.com/office/2007/relationships/media" Target="../media/media12.mp3"/><Relationship Id="rId7" Type="http://schemas.openxmlformats.org/officeDocument/2006/relationships/image" Target="../media/image8.png"/><Relationship Id="rId2" Type="http://schemas.microsoft.com/office/2007/relationships/media" Target="../media/media5.mp3"/><Relationship Id="rId1" Type="http://schemas.openxmlformats.org/officeDocument/2006/relationships/audio" Target="NULL" TargetMode="External"/><Relationship Id="rId6" Type="http://schemas.openxmlformats.org/officeDocument/2006/relationships/image" Target="../media/image36.jpe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2.mp3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4.mp3"/><Relationship Id="rId7" Type="http://schemas.openxmlformats.org/officeDocument/2006/relationships/image" Target="../media/image17.gif"/><Relationship Id="rId2" Type="http://schemas.microsoft.com/office/2007/relationships/media" Target="../media/media6.mp3"/><Relationship Id="rId1" Type="http://schemas.openxmlformats.org/officeDocument/2006/relationships/audio" Target="NULL" TargetMode="External"/><Relationship Id="rId6" Type="http://schemas.openxmlformats.org/officeDocument/2006/relationships/image" Target="../media/image37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6.svg"/><Relationship Id="rId2" Type="http://schemas.microsoft.com/office/2007/relationships/media" Target="../media/media7.mp3"/><Relationship Id="rId1" Type="http://schemas.openxmlformats.org/officeDocument/2006/relationships/audio" Target="NULL" TargetMode="External"/><Relationship Id="rId6" Type="http://schemas.openxmlformats.org/officeDocument/2006/relationships/image" Target="../media/image15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9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3.png"/><Relationship Id="rId2" Type="http://schemas.microsoft.com/office/2007/relationships/media" Target="../media/media8.mp3"/><Relationship Id="rId1" Type="http://schemas.openxmlformats.org/officeDocument/2006/relationships/audio" Target="NULL" TargetMode="Externa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2.png"/><Relationship Id="rId4" Type="http://schemas.openxmlformats.org/officeDocument/2006/relationships/image" Target="../media/image40.png"/><Relationship Id="rId9" Type="http://schemas.openxmlformats.org/officeDocument/2006/relationships/image" Target="../media/image22.gi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4.mp3"/><Relationship Id="rId7" Type="http://schemas.openxmlformats.org/officeDocument/2006/relationships/image" Target="../media/image24.gif"/><Relationship Id="rId2" Type="http://schemas.microsoft.com/office/2007/relationships/media" Target="../media/media9.mp3"/><Relationship Id="rId1" Type="http://schemas.openxmlformats.org/officeDocument/2006/relationships/audio" Target="NULL" TargetMode="External"/><Relationship Id="rId6" Type="http://schemas.openxmlformats.org/officeDocument/2006/relationships/image" Target="../media/image45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gif"/><Relationship Id="rId3" Type="http://schemas.microsoft.com/office/2007/relationships/media" Target="../media/media12.mp3"/><Relationship Id="rId7" Type="http://schemas.openxmlformats.org/officeDocument/2006/relationships/image" Target="../media/image8.png"/><Relationship Id="rId2" Type="http://schemas.microsoft.com/office/2007/relationships/media" Target="../media/media10.mp3"/><Relationship Id="rId1" Type="http://schemas.openxmlformats.org/officeDocument/2006/relationships/audio" Target="NULL" TargetMode="External"/><Relationship Id="rId6" Type="http://schemas.openxmlformats.org/officeDocument/2006/relationships/image" Target="../media/image46.jpe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2.mp3"/><Relationship Id="rId9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media" Target="../media/media13.mp3"/><Relationship Id="rId7" Type="http://schemas.openxmlformats.org/officeDocument/2006/relationships/image" Target="../media/image2.png"/><Relationship Id="rId2" Type="http://schemas.microsoft.com/office/2007/relationships/media" Target="../media/media11.mp3"/><Relationship Id="rId1" Type="http://schemas.openxmlformats.org/officeDocument/2006/relationships/audio" Target="NULL" TargetMode="External"/><Relationship Id="rId6" Type="http://schemas.openxmlformats.org/officeDocument/2006/relationships/image" Target="../media/image28.gif"/><Relationship Id="rId5" Type="http://schemas.openxmlformats.org/officeDocument/2006/relationships/image" Target="../media/image47.jpeg"/><Relationship Id="rId4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14.mp3"/><Relationship Id="rId7" Type="http://schemas.openxmlformats.org/officeDocument/2006/relationships/image" Target="../media/image49.gif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48.jpe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4.mp3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NULL" TargetMode="External"/><Relationship Id="rId7" Type="http://schemas.openxmlformats.org/officeDocument/2006/relationships/image" Target="../media/image51.jfif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50.png"/><Relationship Id="rId5" Type="http://schemas.openxmlformats.org/officeDocument/2006/relationships/slideLayout" Target="../slideLayouts/slideLayout7.xml"/><Relationship Id="rId4" Type="http://schemas.microsoft.com/office/2007/relationships/media" Target="../media/media15.mp3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image" Target="../media/image54.gif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48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17A0D8-7729-4EBE-9B93-752E11854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744" y="3316617"/>
            <a:ext cx="10938512" cy="365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sega-sound">
            <a:hlinkClick r:id="" action="ppaction://media"/>
            <a:extLst>
              <a:ext uri="{FF2B5EF4-FFF2-40B4-BE49-F238E27FC236}">
                <a16:creationId xmlns:a16="http://schemas.microsoft.com/office/drawing/2014/main" id="{678872B1-A412-49C2-B8CC-E4B23F5609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8669000" y="2057400"/>
            <a:ext cx="1219200" cy="1219200"/>
          </a:xfrm>
          <a:prstGeom prst="rect">
            <a:avLst/>
          </a:prstGeom>
        </p:spPr>
      </p:pic>
      <p:pic>
        <p:nvPicPr>
          <p:cNvPr id="1028" name="Picture 4" descr="sonic">
            <a:extLst>
              <a:ext uri="{FF2B5EF4-FFF2-40B4-BE49-F238E27FC236}">
                <a16:creationId xmlns:a16="http://schemas.microsoft.com/office/drawing/2014/main" id="{63276499-B911-4861-9B66-0335B6A1670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45434" y="3316617"/>
            <a:ext cx="4209960" cy="365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onic">
            <a:extLst>
              <a:ext uri="{FF2B5EF4-FFF2-40B4-BE49-F238E27FC236}">
                <a16:creationId xmlns:a16="http://schemas.microsoft.com/office/drawing/2014/main" id="{D79659C9-C90F-4DB5-A58F-BA49336AB21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888200" y="3316137"/>
            <a:ext cx="4209960" cy="365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too-easy-online-audio-converter">
            <a:hlinkClick r:id="" action="ppaction://media"/>
            <a:extLst>
              <a:ext uri="{FF2B5EF4-FFF2-40B4-BE49-F238E27FC236}">
                <a16:creationId xmlns:a16="http://schemas.microsoft.com/office/drawing/2014/main" id="{8EB5B021-D982-4C49-83C7-84011947C78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8669000" y="7339894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11 0 L 1.32882 0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7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2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35802E-6 L -1.41128 0.00093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573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7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03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88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1697" y="252116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solidFill>
              <a:srgbClr val="FAFFE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BO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51729" y="344117"/>
            <a:ext cx="12784543" cy="354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80"/>
              </a:lnSpc>
              <a:spcBef>
                <a:spcPct val="0"/>
              </a:spcBef>
            </a:pPr>
            <a:r>
              <a:rPr lang="es-BO" sz="17700" u="none" strike="noStrike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Downtism</a:t>
            </a:r>
            <a:endParaRPr lang="es-BO" sz="17700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35128" y="3608189"/>
            <a:ext cx="13701143" cy="136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17"/>
              </a:lnSpc>
            </a:pPr>
            <a:r>
              <a:rPr lang="es-BO" sz="9075" spc="1678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 Proyecto BTH</a:t>
            </a:r>
          </a:p>
        </p:txBody>
      </p:sp>
      <p:sp>
        <p:nvSpPr>
          <p:cNvPr id="8" name="Freeform 8"/>
          <p:cNvSpPr/>
          <p:nvPr/>
        </p:nvSpPr>
        <p:spPr>
          <a:xfrm>
            <a:off x="15465156" y="3228850"/>
            <a:ext cx="2103244" cy="2103244"/>
          </a:xfrm>
          <a:custGeom>
            <a:avLst/>
            <a:gdLst/>
            <a:ahLst/>
            <a:cxnLst/>
            <a:rect l="l" t="t" r="r" b="b"/>
            <a:pathLst>
              <a:path w="2103244" h="2103244">
                <a:moveTo>
                  <a:pt x="0" y="0"/>
                </a:moveTo>
                <a:lnTo>
                  <a:pt x="2103244" y="0"/>
                </a:lnTo>
                <a:lnTo>
                  <a:pt x="2103244" y="2103244"/>
                </a:lnTo>
                <a:lnTo>
                  <a:pt x="0" y="210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19600" y="3228850"/>
            <a:ext cx="2103244" cy="2103244"/>
          </a:xfrm>
          <a:custGeom>
            <a:avLst/>
            <a:gdLst/>
            <a:ahLst/>
            <a:cxnLst/>
            <a:rect l="l" t="t" r="r" b="b"/>
            <a:pathLst>
              <a:path w="2103244" h="2103244">
                <a:moveTo>
                  <a:pt x="0" y="0"/>
                </a:moveTo>
                <a:lnTo>
                  <a:pt x="2103244" y="0"/>
                </a:lnTo>
                <a:lnTo>
                  <a:pt x="2103244" y="2103244"/>
                </a:lnTo>
                <a:lnTo>
                  <a:pt x="0" y="210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3258800" y="6869430"/>
            <a:ext cx="3852449" cy="5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495"/>
              </a:lnSpc>
              <a:spcBef>
                <a:spcPct val="0"/>
              </a:spcBef>
            </a:pPr>
            <a:r>
              <a:rPr lang="es-BO" sz="3600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Turno: Mañana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52646" y="6284871"/>
            <a:ext cx="3852449" cy="5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495"/>
              </a:lnSpc>
              <a:spcBef>
                <a:spcPct val="0"/>
              </a:spcBef>
            </a:pPr>
            <a:r>
              <a:rPr lang="es-BO" sz="3600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Curso: 6to “C”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12FEA72-F1B0-F2CB-171D-ECAB22DA6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598" y="4971804"/>
            <a:ext cx="6122804" cy="4907858"/>
          </a:xfrm>
          <a:prstGeom prst="rect">
            <a:avLst/>
          </a:prstGeom>
        </p:spPr>
      </p:pic>
      <p:pic>
        <p:nvPicPr>
          <p:cNvPr id="12" name="Marcador de contenido 4">
            <a:extLst>
              <a:ext uri="{FF2B5EF4-FFF2-40B4-BE49-F238E27FC236}">
                <a16:creationId xmlns:a16="http://schemas.microsoft.com/office/drawing/2014/main" id="{D2A25617-55C8-4BB0-8790-439DE997205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49938" l="9709" r="87379">
                        <a14:foregroundMark x1="27462" y1="10250" x2="52843" y2="11625"/>
                        <a14:foregroundMark x1="52843" y1="11625" x2="62829" y2="11188"/>
                        <a14:foregroundMark x1="62829" y1="11188" x2="63245" y2="11188"/>
                        <a14:foregroundMark x1="25798" y1="13000" x2="20943" y2="15812"/>
                        <a14:foregroundMark x1="20943" y1="15812" x2="11650" y2="18563"/>
                        <a14:foregroundMark x1="10541" y1="18313" x2="14979" y2="21500"/>
                        <a14:foregroundMark x1="14979" y1="21500" x2="17060" y2="28563"/>
                        <a14:foregroundMark x1="17060" y1="28563" x2="17337" y2="28563"/>
                        <a14:foregroundMark x1="9986" y1="18000" x2="11234" y2="18313"/>
                        <a14:foregroundMark x1="84605" y1="18000" x2="86685" y2="18125"/>
                        <a14:foregroundMark x1="48960" y1="10000" x2="69764" y2="10750"/>
                        <a14:foregroundMark x1="58807" y1="10188" x2="66436" y2="10438"/>
                        <a14:foregroundMark x1="84015" y1="17699" x2="84743" y2="18000"/>
                        <a14:foregroundMark x1="66436" y1="10438" x2="69493" y2="11701"/>
                        <a14:foregroundMark x1="84743" y1="18000" x2="84743" y2="18000"/>
                        <a14:foregroundMark x1="84000" y1="17707" x2="87517" y2="18500"/>
                        <a14:foregroundMark x1="49792" y1="49563" x2="55340" y2="47250"/>
                        <a14:foregroundMark x1="55340" y1="47250" x2="55340" y2="47250"/>
                        <a14:foregroundMark x1="43967" y1="32250" x2="47850" y2="34500"/>
                        <a14:foregroundMark x1="54230" y1="29313" x2="60749" y2="28375"/>
                        <a14:foregroundMark x1="15950" y1="30438" x2="14840" y2="39813"/>
                        <a14:foregroundMark x1="14840" y1="39813" x2="20666" y2="44063"/>
                        <a14:foregroundMark x1="20666" y1="44063" x2="30791" y2="47313"/>
                        <a14:foregroundMark x1="30791" y1="47313" x2="46186" y2="49125"/>
                        <a14:foregroundMark x1="46186" y1="49125" x2="48128" y2="49688"/>
                        <a14:foregroundMark x1="13870" y1="40188" x2="18447" y2="43438"/>
                        <a14:foregroundMark x1="18447" y1="43438" x2="28849" y2="46938"/>
                        <a14:foregroundMark x1="15118" y1="41938" x2="26630" y2="46625"/>
                        <a14:foregroundMark x1="26630" y1="46625" x2="28155" y2="46813"/>
                        <a14:foregroundMark x1="66574" y1="10250" x2="70042" y2="10500"/>
                        <a14:foregroundMark x1="70042" y1="10500" x2="70948" y2="11336"/>
                        <a14:foregroundMark x1="70874" y1="11625" x2="75035" y2="14563"/>
                        <a14:foregroundMark x1="74619" y1="14563" x2="80583" y2="17125"/>
                        <a14:foregroundMark x1="80583" y1="17125" x2="83911" y2="17813"/>
                        <a14:foregroundMark x1="79612" y1="16563" x2="85437" y2="18000"/>
                        <a14:foregroundMark x1="85853" y1="18875" x2="81553" y2="22188"/>
                        <a14:foregroundMark x1="81553" y1="22188" x2="80166" y2="25438"/>
                        <a14:foregroundMark x1="80166" y1="25438" x2="82663" y2="31188"/>
                        <a14:foregroundMark x1="83218" y1="31563" x2="84327" y2="38063"/>
                        <a14:foregroundMark x1="83911" y1="32250" x2="84605" y2="35875"/>
                        <a14:foregroundMark x1="84050" y1="38813" x2="76976" y2="44063"/>
                        <a14:foregroundMark x1="83495" y1="40000" x2="76144" y2="44875"/>
                        <a14:foregroundMark x1="82802" y1="40750" x2="77670" y2="43813"/>
                        <a14:foregroundMark x1="77670" y1="43813" x2="77670" y2="43813"/>
                        <a14:foregroundMark x1="75589" y1="44750" x2="68239" y2="46813"/>
                        <a14:foregroundMark x1="68239" y1="46813" x2="58946" y2="48000"/>
                        <a14:foregroundMark x1="58114" y1="48313" x2="50485" y2="49813"/>
                        <a14:foregroundMark x1="50485" y1="49813" x2="50347" y2="49938"/>
                        <a14:backgroundMark x1="87379" y1="18500" x2="90014" y2="18000"/>
                        <a14:backgroundMark x1="71290" y1="11250" x2="71564" y2="11448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4958" t="8031" r="6992" b="47578"/>
          <a:stretch/>
        </p:blipFill>
        <p:spPr>
          <a:xfrm>
            <a:off x="458861" y="6410229"/>
            <a:ext cx="3046339" cy="3408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F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2000" y="2025809"/>
            <a:ext cx="9372600" cy="5109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36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DOWNTISM: Juegos educativos y entretenidos para niños con autismo y síndrome de Down:</a:t>
            </a:r>
          </a:p>
          <a:p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DOWNTISM es un proyecto de innovación que consiste en desarrollar una página web educativa con juegos interactivos y recursos visuales destinados a niños con autismo y síndrome de </a:t>
            </a:r>
            <a:r>
              <a:rPr lang="es-ES" sz="2800" dirty="0" err="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Down.El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proyecto busca combinar la tecnología y la educación para facilitar el aprendizaje mediante actividades dinámicas que estimulen la atención, la memoria, la creatividad y la resolución de problemas, promoviendo la inclusión educativa.</a:t>
            </a:r>
            <a:endParaRPr lang="es-BO" sz="28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24285" y="571500"/>
            <a:ext cx="16925515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1. Introducción, diagnóstico y problema: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45474E-2664-4D70-9B80-3330F38A3865}"/>
              </a:ext>
            </a:extLst>
          </p:cNvPr>
          <p:cNvSpPr/>
          <p:nvPr/>
        </p:nvSpPr>
        <p:spPr>
          <a:xfrm>
            <a:off x="10644483" y="2305493"/>
            <a:ext cx="7033917" cy="481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D24682-D8CC-414D-94F7-4EE5771A1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2457893"/>
            <a:ext cx="6553200" cy="4491998"/>
          </a:xfrm>
          <a:prstGeom prst="rect">
            <a:avLst/>
          </a:prstGeom>
          <a:effectLst/>
        </p:spPr>
      </p:pic>
      <p:pic>
        <p:nvPicPr>
          <p:cNvPr id="13" name="Picture 2" descr="Sonic the hedgehog GIF - Conseguir el mejor gif en GIFER">
            <a:extLst>
              <a:ext uri="{FF2B5EF4-FFF2-40B4-BE49-F238E27FC236}">
                <a16:creationId xmlns:a16="http://schemas.microsoft.com/office/drawing/2014/main" id="{23617504-9695-4D26-AD5B-D19E1C704C4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2728296" y="7038814"/>
            <a:ext cx="2996069" cy="299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Audio de WhatsApp 2025-10-27 a las 15.56.38_c5825727">
            <a:hlinkClick r:id="" action="ppaction://media"/>
            <a:extLst>
              <a:ext uri="{FF2B5EF4-FFF2-40B4-BE49-F238E27FC236}">
                <a16:creationId xmlns:a16="http://schemas.microsoft.com/office/drawing/2014/main" id="{DF48658D-4B6F-4527-A544-E9DD7E0B532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5104" end="100901.12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938737" y="1848293"/>
            <a:ext cx="609600" cy="609600"/>
          </a:xfrm>
          <a:prstGeom prst="rect">
            <a:avLst/>
          </a:prstGeom>
        </p:spPr>
      </p:pic>
      <p:pic>
        <p:nvPicPr>
          <p:cNvPr id="12" name="Audio de WhatsApp 2023-06-11 a las 15.32.13">
            <a:hlinkClick r:id="" action="ppaction://media"/>
            <a:extLst>
              <a:ext uri="{FF2B5EF4-FFF2-40B4-BE49-F238E27FC236}">
                <a16:creationId xmlns:a16="http://schemas.microsoft.com/office/drawing/2014/main" id="{213A9214-F8C2-4F0C-8874-CCE7504A3CB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982647" y="35433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83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0556E-6 -3.95062E-6 L 0.80902 -3.95062E-6 " pathEditMode="relative" rAng="0" ptsTypes="AA">
                                      <p:cBhvr>
                                        <p:cTn id="28" dur="6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1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809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3939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66667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6" grpId="0"/>
      <p:bldP spid="11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8911E937-5B5E-44CD-A795-864DBBAB4D39}"/>
              </a:ext>
            </a:extLst>
          </p:cNvPr>
          <p:cNvSpPr txBox="1"/>
          <p:nvPr/>
        </p:nvSpPr>
        <p:spPr>
          <a:xfrm>
            <a:off x="533400" y="571500"/>
            <a:ext cx="12352263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2. Diagnóstico de la realidad: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E11F6B78-6B84-44D0-B18A-0F05BDD604DB}"/>
              </a:ext>
            </a:extLst>
          </p:cNvPr>
          <p:cNvSpPr txBox="1"/>
          <p:nvPr/>
        </p:nvSpPr>
        <p:spPr>
          <a:xfrm>
            <a:off x="664339" y="2025809"/>
            <a:ext cx="11908661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Algunos niños con autismo y síndrome de Down necesitan materiales y estrategias educativas adaptados a sus características individuales.</a:t>
            </a:r>
          </a:p>
          <a:p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Entre las necesidades se encuentran: </a:t>
            </a:r>
          </a:p>
          <a:p>
            <a:endParaRPr lang="es-ES" sz="28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Disponibilidad limitada de recursos educativos adaptados.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Dificultades de comunicación e interacción social en algunos niños.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Necesidad de actividades que estimulen la atención y la concentración.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Falta de herramientas prácticas que puedan utilizarse tanto en casa como en la escuela.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8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  <a:p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DOWNTISM surge como una alternativa digital para apoyar estas necesidades mediante juegos educativos interactivos.</a:t>
            </a:r>
          </a:p>
        </p:txBody>
      </p:sp>
      <p:pic>
        <p:nvPicPr>
          <p:cNvPr id="1026" name="Picture 2" descr="Tails the Fox (Sonic) Render PNG by IncinaNeverDies on DeviantArt">
            <a:extLst>
              <a:ext uri="{FF2B5EF4-FFF2-40B4-BE49-F238E27FC236}">
                <a16:creationId xmlns:a16="http://schemas.microsoft.com/office/drawing/2014/main" id="{4CD7F1C4-2FCF-431B-92AE-B2D5BDC998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70"/>
          <a:stretch/>
        </p:blipFill>
        <p:spPr bwMode="auto">
          <a:xfrm>
            <a:off x="12985222" y="3619500"/>
            <a:ext cx="4680000" cy="375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Bocadillo nube: nube 20">
            <a:extLst>
              <a:ext uri="{FF2B5EF4-FFF2-40B4-BE49-F238E27FC236}">
                <a16:creationId xmlns:a16="http://schemas.microsoft.com/office/drawing/2014/main" id="{CC83B918-29C8-4CCA-AA7C-4EE62C124917}"/>
              </a:ext>
            </a:extLst>
          </p:cNvPr>
          <p:cNvSpPr/>
          <p:nvPr/>
        </p:nvSpPr>
        <p:spPr>
          <a:xfrm>
            <a:off x="14478000" y="1104900"/>
            <a:ext cx="2362200" cy="2723206"/>
          </a:xfrm>
          <a:custGeom>
            <a:avLst/>
            <a:gdLst>
              <a:gd name="connsiteX0" fmla="*/ 3900 w 43200"/>
              <a:gd name="connsiteY0" fmla="*/ 14370 h 43200"/>
              <a:gd name="connsiteX1" fmla="*/ 5623 w 43200"/>
              <a:gd name="connsiteY1" fmla="*/ 6907 h 43200"/>
              <a:gd name="connsiteX2" fmla="*/ 14005 w 43200"/>
              <a:gd name="connsiteY2" fmla="*/ 5202 h 43200"/>
              <a:gd name="connsiteX3" fmla="*/ 22456 w 43200"/>
              <a:gd name="connsiteY3" fmla="*/ 3432 h 43200"/>
              <a:gd name="connsiteX4" fmla="*/ 25749 w 43200"/>
              <a:gd name="connsiteY4" fmla="*/ 200 h 43200"/>
              <a:gd name="connsiteX5" fmla="*/ 29833 w 43200"/>
              <a:gd name="connsiteY5" fmla="*/ 2481 h 43200"/>
              <a:gd name="connsiteX6" fmla="*/ 35463 w 43200"/>
              <a:gd name="connsiteY6" fmla="*/ 690 h 43200"/>
              <a:gd name="connsiteX7" fmla="*/ 38318 w 43200"/>
              <a:gd name="connsiteY7" fmla="*/ 5576 h 43200"/>
              <a:gd name="connsiteX8" fmla="*/ 41982 w 43200"/>
              <a:gd name="connsiteY8" fmla="*/ 10318 h 43200"/>
              <a:gd name="connsiteX9" fmla="*/ 41818 w 43200"/>
              <a:gd name="connsiteY9" fmla="*/ 15460 h 43200"/>
              <a:gd name="connsiteX10" fmla="*/ 43016 w 43200"/>
              <a:gd name="connsiteY10" fmla="*/ 23322 h 43200"/>
              <a:gd name="connsiteX11" fmla="*/ 37404 w 43200"/>
              <a:gd name="connsiteY11" fmla="*/ 30204 h 43200"/>
              <a:gd name="connsiteX12" fmla="*/ 35395 w 43200"/>
              <a:gd name="connsiteY12" fmla="*/ 36101 h 43200"/>
              <a:gd name="connsiteX13" fmla="*/ 28555 w 43200"/>
              <a:gd name="connsiteY13" fmla="*/ 36815 h 43200"/>
              <a:gd name="connsiteX14" fmla="*/ 23667 w 43200"/>
              <a:gd name="connsiteY14" fmla="*/ 43106 h 43200"/>
              <a:gd name="connsiteX15" fmla="*/ 16480 w 43200"/>
              <a:gd name="connsiteY15" fmla="*/ 39266 h 43200"/>
              <a:gd name="connsiteX16" fmla="*/ 5804 w 43200"/>
              <a:gd name="connsiteY16" fmla="*/ 35472 h 43200"/>
              <a:gd name="connsiteX17" fmla="*/ 1110 w 43200"/>
              <a:gd name="connsiteY17" fmla="*/ 31250 h 43200"/>
              <a:gd name="connsiteX18" fmla="*/ 2113 w 43200"/>
              <a:gd name="connsiteY18" fmla="*/ 25551 h 43200"/>
              <a:gd name="connsiteX19" fmla="*/ -5 w 43200"/>
              <a:gd name="connsiteY19" fmla="*/ 19704 h 43200"/>
              <a:gd name="connsiteX20" fmla="*/ 3863 w 43200"/>
              <a:gd name="connsiteY20" fmla="*/ 14507 h 43200"/>
              <a:gd name="connsiteX21" fmla="*/ 3900 w 43200"/>
              <a:gd name="connsiteY21" fmla="*/ 14370 h 43200"/>
              <a:gd name="connsiteX0" fmla="*/ 1013601 w 2914446"/>
              <a:gd name="connsiteY0" fmla="*/ 2683604 h 1776821"/>
              <a:gd name="connsiteX1" fmla="*/ 964245 w 2914446"/>
              <a:gd name="connsiteY1" fmla="*/ 2732960 h 1776821"/>
              <a:gd name="connsiteX2" fmla="*/ 914889 w 2914446"/>
              <a:gd name="connsiteY2" fmla="*/ 2683604 h 1776821"/>
              <a:gd name="connsiteX3" fmla="*/ 964245 w 2914446"/>
              <a:gd name="connsiteY3" fmla="*/ 2634248 h 1776821"/>
              <a:gd name="connsiteX4" fmla="*/ 1013601 w 2914446"/>
              <a:gd name="connsiteY4" fmla="*/ 2683604 h 1776821"/>
              <a:gd name="connsiteX0" fmla="*/ 1138364 w 2914446"/>
              <a:gd name="connsiteY0" fmla="*/ 2409007 h 1776821"/>
              <a:gd name="connsiteX1" fmla="*/ 1039652 w 2914446"/>
              <a:gd name="connsiteY1" fmla="*/ 2507719 h 1776821"/>
              <a:gd name="connsiteX2" fmla="*/ 940940 w 2914446"/>
              <a:gd name="connsiteY2" fmla="*/ 2409007 h 1776821"/>
              <a:gd name="connsiteX3" fmla="*/ 1039652 w 2914446"/>
              <a:gd name="connsiteY3" fmla="*/ 2310295 h 1776821"/>
              <a:gd name="connsiteX4" fmla="*/ 1138364 w 2914446"/>
              <a:gd name="connsiteY4" fmla="*/ 2409007 h 1776821"/>
              <a:gd name="connsiteX0" fmla="*/ 1289267 w 2914446"/>
              <a:gd name="connsiteY0" fmla="*/ 2039223 h 1776821"/>
              <a:gd name="connsiteX1" fmla="*/ 1141199 w 2914446"/>
              <a:gd name="connsiteY1" fmla="*/ 2187291 h 1776821"/>
              <a:gd name="connsiteX2" fmla="*/ 993131 w 2914446"/>
              <a:gd name="connsiteY2" fmla="*/ 2039223 h 1776821"/>
              <a:gd name="connsiteX3" fmla="*/ 1141199 w 2914446"/>
              <a:gd name="connsiteY3" fmla="*/ 1891155 h 1776821"/>
              <a:gd name="connsiteX4" fmla="*/ 1289267 w 2914446"/>
              <a:gd name="connsiteY4" fmla="*/ 2039223 h 1776821"/>
              <a:gd name="connsiteX0" fmla="*/ 4693 w 43200"/>
              <a:gd name="connsiteY0" fmla="*/ 26177 h 43200"/>
              <a:gd name="connsiteX1" fmla="*/ 2160 w 43200"/>
              <a:gd name="connsiteY1" fmla="*/ 25380 h 43200"/>
              <a:gd name="connsiteX2" fmla="*/ 6928 w 43200"/>
              <a:gd name="connsiteY2" fmla="*/ 34899 h 43200"/>
              <a:gd name="connsiteX3" fmla="*/ 5820 w 43200"/>
              <a:gd name="connsiteY3" fmla="*/ 35280 h 43200"/>
              <a:gd name="connsiteX4" fmla="*/ 16478 w 43200"/>
              <a:gd name="connsiteY4" fmla="*/ 39090 h 43200"/>
              <a:gd name="connsiteX5" fmla="*/ 15810 w 43200"/>
              <a:gd name="connsiteY5" fmla="*/ 37350 h 43200"/>
              <a:gd name="connsiteX6" fmla="*/ 28827 w 43200"/>
              <a:gd name="connsiteY6" fmla="*/ 34751 h 43200"/>
              <a:gd name="connsiteX7" fmla="*/ 28560 w 43200"/>
              <a:gd name="connsiteY7" fmla="*/ 36660 h 43200"/>
              <a:gd name="connsiteX8" fmla="*/ 34129 w 43200"/>
              <a:gd name="connsiteY8" fmla="*/ 22954 h 43200"/>
              <a:gd name="connsiteX9" fmla="*/ 37380 w 43200"/>
              <a:gd name="connsiteY9" fmla="*/ 30090 h 43200"/>
              <a:gd name="connsiteX10" fmla="*/ 41798 w 43200"/>
              <a:gd name="connsiteY10" fmla="*/ 15354 h 43200"/>
              <a:gd name="connsiteX11" fmla="*/ 40350 w 43200"/>
              <a:gd name="connsiteY11" fmla="*/ 18030 h 43200"/>
              <a:gd name="connsiteX12" fmla="*/ 38324 w 43200"/>
              <a:gd name="connsiteY12" fmla="*/ 5426 h 43200"/>
              <a:gd name="connsiteX13" fmla="*/ 38400 w 43200"/>
              <a:gd name="connsiteY13" fmla="*/ 6690 h 43200"/>
              <a:gd name="connsiteX14" fmla="*/ 29078 w 43200"/>
              <a:gd name="connsiteY14" fmla="*/ 3952 h 43200"/>
              <a:gd name="connsiteX15" fmla="*/ 29820 w 43200"/>
              <a:gd name="connsiteY15" fmla="*/ 2340 h 43200"/>
              <a:gd name="connsiteX16" fmla="*/ 22141 w 43200"/>
              <a:gd name="connsiteY16" fmla="*/ 4720 h 43200"/>
              <a:gd name="connsiteX17" fmla="*/ 22500 w 43200"/>
              <a:gd name="connsiteY17" fmla="*/ 3330 h 43200"/>
              <a:gd name="connsiteX18" fmla="*/ 14000 w 43200"/>
              <a:gd name="connsiteY18" fmla="*/ 5192 h 43200"/>
              <a:gd name="connsiteX19" fmla="*/ 15300 w 43200"/>
              <a:gd name="connsiteY19" fmla="*/ 6540 h 43200"/>
              <a:gd name="connsiteX20" fmla="*/ 4127 w 43200"/>
              <a:gd name="connsiteY20" fmla="*/ 15789 h 43200"/>
              <a:gd name="connsiteX21" fmla="*/ 3900 w 43200"/>
              <a:gd name="connsiteY21" fmla="*/ 14370 h 43200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4729 w 43256"/>
              <a:gd name="connsiteY0" fmla="*/ 26036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4165 w 43256"/>
              <a:gd name="connsiteY8" fmla="*/ 22813 h 66306"/>
              <a:gd name="connsiteX9" fmla="*/ 37416 w 43256"/>
              <a:gd name="connsiteY9" fmla="*/ 29949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4729 w 43256"/>
              <a:gd name="connsiteY0" fmla="*/ 26036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4165 w 43256"/>
              <a:gd name="connsiteY8" fmla="*/ 22813 h 66306"/>
              <a:gd name="connsiteX9" fmla="*/ 37416 w 43256"/>
              <a:gd name="connsiteY9" fmla="*/ 29949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4729 w 43256"/>
              <a:gd name="connsiteY0" fmla="*/ 26036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4165 w 43256"/>
              <a:gd name="connsiteY8" fmla="*/ 22813 h 66306"/>
              <a:gd name="connsiteX9" fmla="*/ 37416 w 43256"/>
              <a:gd name="connsiteY9" fmla="*/ 29949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4729 w 43256"/>
              <a:gd name="connsiteY0" fmla="*/ 26036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5182 w 43256"/>
              <a:gd name="connsiteY8" fmla="*/ 25777 h 66306"/>
              <a:gd name="connsiteX9" fmla="*/ 37416 w 43256"/>
              <a:gd name="connsiteY9" fmla="*/ 29949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4729 w 43256"/>
              <a:gd name="connsiteY0" fmla="*/ 26036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7215 w 43256"/>
              <a:gd name="connsiteY8" fmla="*/ 30038 h 66306"/>
              <a:gd name="connsiteX9" fmla="*/ 37416 w 43256"/>
              <a:gd name="connsiteY9" fmla="*/ 29949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4729 w 43256"/>
              <a:gd name="connsiteY0" fmla="*/ 26036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7215 w 43256"/>
              <a:gd name="connsiteY8" fmla="*/ 30038 h 66306"/>
              <a:gd name="connsiteX9" fmla="*/ 37416 w 43256"/>
              <a:gd name="connsiteY9" fmla="*/ 29949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7215 w 43256"/>
              <a:gd name="connsiteY8" fmla="*/ 30038 h 66306"/>
              <a:gd name="connsiteX9" fmla="*/ 37416 w 43256"/>
              <a:gd name="connsiteY9" fmla="*/ 29949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7215 w 43256"/>
              <a:gd name="connsiteY8" fmla="*/ 30038 h 66306"/>
              <a:gd name="connsiteX9" fmla="*/ 36738 w 43256"/>
              <a:gd name="connsiteY9" fmla="*/ 26058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9813 w 43256"/>
              <a:gd name="connsiteY8" fmla="*/ 34484 h 66306"/>
              <a:gd name="connsiteX9" fmla="*/ 36738 w 43256"/>
              <a:gd name="connsiteY9" fmla="*/ 26058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4452"/>
              <a:gd name="connsiteY0" fmla="*/ 14229 h 66306"/>
              <a:gd name="connsiteX1" fmla="*/ 5659 w 44452"/>
              <a:gd name="connsiteY1" fmla="*/ 6766 h 66306"/>
              <a:gd name="connsiteX2" fmla="*/ 14041 w 44452"/>
              <a:gd name="connsiteY2" fmla="*/ 5061 h 66306"/>
              <a:gd name="connsiteX3" fmla="*/ 22492 w 44452"/>
              <a:gd name="connsiteY3" fmla="*/ 3291 h 66306"/>
              <a:gd name="connsiteX4" fmla="*/ 25785 w 44452"/>
              <a:gd name="connsiteY4" fmla="*/ 59 h 66306"/>
              <a:gd name="connsiteX5" fmla="*/ 29869 w 44452"/>
              <a:gd name="connsiteY5" fmla="*/ 2340 h 66306"/>
              <a:gd name="connsiteX6" fmla="*/ 35499 w 44452"/>
              <a:gd name="connsiteY6" fmla="*/ 549 h 66306"/>
              <a:gd name="connsiteX7" fmla="*/ 38354 w 44452"/>
              <a:gd name="connsiteY7" fmla="*/ 5435 h 66306"/>
              <a:gd name="connsiteX8" fmla="*/ 42018 w 44452"/>
              <a:gd name="connsiteY8" fmla="*/ 10177 h 66306"/>
              <a:gd name="connsiteX9" fmla="*/ 41854 w 44452"/>
              <a:gd name="connsiteY9" fmla="*/ 15319 h 66306"/>
              <a:gd name="connsiteX10" fmla="*/ 43052 w 44452"/>
              <a:gd name="connsiteY10" fmla="*/ 23181 h 66306"/>
              <a:gd name="connsiteX11" fmla="*/ 37440 w 44452"/>
              <a:gd name="connsiteY11" fmla="*/ 30063 h 66306"/>
              <a:gd name="connsiteX12" fmla="*/ 35431 w 44452"/>
              <a:gd name="connsiteY12" fmla="*/ 35960 h 66306"/>
              <a:gd name="connsiteX13" fmla="*/ 28591 w 44452"/>
              <a:gd name="connsiteY13" fmla="*/ 36674 h 66306"/>
              <a:gd name="connsiteX14" fmla="*/ 23703 w 44452"/>
              <a:gd name="connsiteY14" fmla="*/ 42965 h 66306"/>
              <a:gd name="connsiteX15" fmla="*/ 16516 w 44452"/>
              <a:gd name="connsiteY15" fmla="*/ 39125 h 66306"/>
              <a:gd name="connsiteX16" fmla="*/ 5840 w 44452"/>
              <a:gd name="connsiteY16" fmla="*/ 35331 h 66306"/>
              <a:gd name="connsiteX17" fmla="*/ 1146 w 44452"/>
              <a:gd name="connsiteY17" fmla="*/ 31109 h 66306"/>
              <a:gd name="connsiteX18" fmla="*/ 2149 w 44452"/>
              <a:gd name="connsiteY18" fmla="*/ 25410 h 66306"/>
              <a:gd name="connsiteX19" fmla="*/ 31 w 44452"/>
              <a:gd name="connsiteY19" fmla="*/ 19563 h 66306"/>
              <a:gd name="connsiteX20" fmla="*/ 3899 w 44452"/>
              <a:gd name="connsiteY20" fmla="*/ 14366 h 66306"/>
              <a:gd name="connsiteX21" fmla="*/ 3936 w 44452"/>
              <a:gd name="connsiteY21" fmla="*/ 14229 h 66306"/>
              <a:gd name="connsiteX0" fmla="*/ 1016030 w 2998911"/>
              <a:gd name="connsiteY0" fmla="*/ 2677805 h 2727161"/>
              <a:gd name="connsiteX1" fmla="*/ 966674 w 2998911"/>
              <a:gd name="connsiteY1" fmla="*/ 2727161 h 2727161"/>
              <a:gd name="connsiteX2" fmla="*/ 917318 w 2998911"/>
              <a:gd name="connsiteY2" fmla="*/ 2677805 h 2727161"/>
              <a:gd name="connsiteX3" fmla="*/ 966674 w 2998911"/>
              <a:gd name="connsiteY3" fmla="*/ 2628449 h 2727161"/>
              <a:gd name="connsiteX4" fmla="*/ 1016030 w 2998911"/>
              <a:gd name="connsiteY4" fmla="*/ 2677805 h 2727161"/>
              <a:gd name="connsiteX0" fmla="*/ 1140793 w 2998911"/>
              <a:gd name="connsiteY0" fmla="*/ 2403208 h 2727161"/>
              <a:gd name="connsiteX1" fmla="*/ 1042081 w 2998911"/>
              <a:gd name="connsiteY1" fmla="*/ 2501920 h 2727161"/>
              <a:gd name="connsiteX2" fmla="*/ 943369 w 2998911"/>
              <a:gd name="connsiteY2" fmla="*/ 2403208 h 2727161"/>
              <a:gd name="connsiteX3" fmla="*/ 1042081 w 2998911"/>
              <a:gd name="connsiteY3" fmla="*/ 2304496 h 2727161"/>
              <a:gd name="connsiteX4" fmla="*/ 1140793 w 2998911"/>
              <a:gd name="connsiteY4" fmla="*/ 2403208 h 2727161"/>
              <a:gd name="connsiteX0" fmla="*/ 1291696 w 2998911"/>
              <a:gd name="connsiteY0" fmla="*/ 2033424 h 2727161"/>
              <a:gd name="connsiteX1" fmla="*/ 1143628 w 2998911"/>
              <a:gd name="connsiteY1" fmla="*/ 2181492 h 2727161"/>
              <a:gd name="connsiteX2" fmla="*/ 995560 w 2998911"/>
              <a:gd name="connsiteY2" fmla="*/ 2033424 h 2727161"/>
              <a:gd name="connsiteX3" fmla="*/ 1143628 w 2998911"/>
              <a:gd name="connsiteY3" fmla="*/ 1885356 h 2727161"/>
              <a:gd name="connsiteX4" fmla="*/ 1291696 w 2998911"/>
              <a:gd name="connsiteY4" fmla="*/ 2033424 h 2727161"/>
              <a:gd name="connsiteX0" fmla="*/ 3825 w 44452"/>
              <a:gd name="connsiteY0" fmla="*/ 25851 h 66306"/>
              <a:gd name="connsiteX1" fmla="*/ 2196 w 44452"/>
              <a:gd name="connsiteY1" fmla="*/ 25239 h 66306"/>
              <a:gd name="connsiteX2" fmla="*/ 6964 w 44452"/>
              <a:gd name="connsiteY2" fmla="*/ 34758 h 66306"/>
              <a:gd name="connsiteX3" fmla="*/ 5856 w 44452"/>
              <a:gd name="connsiteY3" fmla="*/ 35139 h 66306"/>
              <a:gd name="connsiteX4" fmla="*/ 16514 w 44452"/>
              <a:gd name="connsiteY4" fmla="*/ 38949 h 66306"/>
              <a:gd name="connsiteX5" fmla="*/ 15846 w 44452"/>
              <a:gd name="connsiteY5" fmla="*/ 37209 h 66306"/>
              <a:gd name="connsiteX6" fmla="*/ 28863 w 44452"/>
              <a:gd name="connsiteY6" fmla="*/ 34610 h 66306"/>
              <a:gd name="connsiteX7" fmla="*/ 28596 w 44452"/>
              <a:gd name="connsiteY7" fmla="*/ 36519 h 66306"/>
              <a:gd name="connsiteX8" fmla="*/ 44444 w 44452"/>
              <a:gd name="connsiteY8" fmla="*/ 39671 h 66306"/>
              <a:gd name="connsiteX9" fmla="*/ 36738 w 44452"/>
              <a:gd name="connsiteY9" fmla="*/ 26058 h 66306"/>
              <a:gd name="connsiteX10" fmla="*/ 41834 w 44452"/>
              <a:gd name="connsiteY10" fmla="*/ 15213 h 66306"/>
              <a:gd name="connsiteX11" fmla="*/ 40386 w 44452"/>
              <a:gd name="connsiteY11" fmla="*/ 17889 h 66306"/>
              <a:gd name="connsiteX12" fmla="*/ 38360 w 44452"/>
              <a:gd name="connsiteY12" fmla="*/ 5285 h 66306"/>
              <a:gd name="connsiteX13" fmla="*/ 38436 w 44452"/>
              <a:gd name="connsiteY13" fmla="*/ 6549 h 66306"/>
              <a:gd name="connsiteX14" fmla="*/ 29114 w 44452"/>
              <a:gd name="connsiteY14" fmla="*/ 3811 h 66306"/>
              <a:gd name="connsiteX15" fmla="*/ 29856 w 44452"/>
              <a:gd name="connsiteY15" fmla="*/ 2199 h 66306"/>
              <a:gd name="connsiteX16" fmla="*/ 22177 w 44452"/>
              <a:gd name="connsiteY16" fmla="*/ 4579 h 66306"/>
              <a:gd name="connsiteX17" fmla="*/ 22536 w 44452"/>
              <a:gd name="connsiteY17" fmla="*/ 3189 h 66306"/>
              <a:gd name="connsiteX18" fmla="*/ 14036 w 44452"/>
              <a:gd name="connsiteY18" fmla="*/ 5051 h 66306"/>
              <a:gd name="connsiteX19" fmla="*/ 15336 w 44452"/>
              <a:gd name="connsiteY19" fmla="*/ 6399 h 66306"/>
              <a:gd name="connsiteX20" fmla="*/ 4163 w 44452"/>
              <a:gd name="connsiteY20" fmla="*/ 15648 h 66306"/>
              <a:gd name="connsiteX21" fmla="*/ 3936 w 44452"/>
              <a:gd name="connsiteY21" fmla="*/ 14229 h 66306"/>
              <a:gd name="connsiteX0" fmla="*/ 3936 w 45548"/>
              <a:gd name="connsiteY0" fmla="*/ 14229 h 66306"/>
              <a:gd name="connsiteX1" fmla="*/ 5659 w 45548"/>
              <a:gd name="connsiteY1" fmla="*/ 6766 h 66306"/>
              <a:gd name="connsiteX2" fmla="*/ 14041 w 45548"/>
              <a:gd name="connsiteY2" fmla="*/ 5061 h 66306"/>
              <a:gd name="connsiteX3" fmla="*/ 22492 w 45548"/>
              <a:gd name="connsiteY3" fmla="*/ 3291 h 66306"/>
              <a:gd name="connsiteX4" fmla="*/ 25785 w 45548"/>
              <a:gd name="connsiteY4" fmla="*/ 59 h 66306"/>
              <a:gd name="connsiteX5" fmla="*/ 29869 w 45548"/>
              <a:gd name="connsiteY5" fmla="*/ 2340 h 66306"/>
              <a:gd name="connsiteX6" fmla="*/ 35499 w 45548"/>
              <a:gd name="connsiteY6" fmla="*/ 549 h 66306"/>
              <a:gd name="connsiteX7" fmla="*/ 38354 w 45548"/>
              <a:gd name="connsiteY7" fmla="*/ 5435 h 66306"/>
              <a:gd name="connsiteX8" fmla="*/ 42018 w 45548"/>
              <a:gd name="connsiteY8" fmla="*/ 10177 h 66306"/>
              <a:gd name="connsiteX9" fmla="*/ 41854 w 45548"/>
              <a:gd name="connsiteY9" fmla="*/ 15319 h 66306"/>
              <a:gd name="connsiteX10" fmla="*/ 43052 w 45548"/>
              <a:gd name="connsiteY10" fmla="*/ 23181 h 66306"/>
              <a:gd name="connsiteX11" fmla="*/ 37440 w 45548"/>
              <a:gd name="connsiteY11" fmla="*/ 30063 h 66306"/>
              <a:gd name="connsiteX12" fmla="*/ 35431 w 45548"/>
              <a:gd name="connsiteY12" fmla="*/ 35960 h 66306"/>
              <a:gd name="connsiteX13" fmla="*/ 28591 w 45548"/>
              <a:gd name="connsiteY13" fmla="*/ 36674 h 66306"/>
              <a:gd name="connsiteX14" fmla="*/ 23703 w 45548"/>
              <a:gd name="connsiteY14" fmla="*/ 42965 h 66306"/>
              <a:gd name="connsiteX15" fmla="*/ 16516 w 45548"/>
              <a:gd name="connsiteY15" fmla="*/ 39125 h 66306"/>
              <a:gd name="connsiteX16" fmla="*/ 5840 w 45548"/>
              <a:gd name="connsiteY16" fmla="*/ 35331 h 66306"/>
              <a:gd name="connsiteX17" fmla="*/ 1146 w 45548"/>
              <a:gd name="connsiteY17" fmla="*/ 31109 h 66306"/>
              <a:gd name="connsiteX18" fmla="*/ 2149 w 45548"/>
              <a:gd name="connsiteY18" fmla="*/ 25410 h 66306"/>
              <a:gd name="connsiteX19" fmla="*/ 31 w 45548"/>
              <a:gd name="connsiteY19" fmla="*/ 19563 h 66306"/>
              <a:gd name="connsiteX20" fmla="*/ 3899 w 45548"/>
              <a:gd name="connsiteY20" fmla="*/ 14366 h 66306"/>
              <a:gd name="connsiteX21" fmla="*/ 3936 w 45548"/>
              <a:gd name="connsiteY21" fmla="*/ 14229 h 66306"/>
              <a:gd name="connsiteX0" fmla="*/ 1016030 w 3072852"/>
              <a:gd name="connsiteY0" fmla="*/ 2677805 h 2727161"/>
              <a:gd name="connsiteX1" fmla="*/ 966674 w 3072852"/>
              <a:gd name="connsiteY1" fmla="*/ 2727161 h 2727161"/>
              <a:gd name="connsiteX2" fmla="*/ 917318 w 3072852"/>
              <a:gd name="connsiteY2" fmla="*/ 2677805 h 2727161"/>
              <a:gd name="connsiteX3" fmla="*/ 966674 w 3072852"/>
              <a:gd name="connsiteY3" fmla="*/ 2628449 h 2727161"/>
              <a:gd name="connsiteX4" fmla="*/ 1016030 w 3072852"/>
              <a:gd name="connsiteY4" fmla="*/ 2677805 h 2727161"/>
              <a:gd name="connsiteX0" fmla="*/ 1140793 w 3072852"/>
              <a:gd name="connsiteY0" fmla="*/ 2403208 h 2727161"/>
              <a:gd name="connsiteX1" fmla="*/ 1042081 w 3072852"/>
              <a:gd name="connsiteY1" fmla="*/ 2501920 h 2727161"/>
              <a:gd name="connsiteX2" fmla="*/ 943369 w 3072852"/>
              <a:gd name="connsiteY2" fmla="*/ 2403208 h 2727161"/>
              <a:gd name="connsiteX3" fmla="*/ 1042081 w 3072852"/>
              <a:gd name="connsiteY3" fmla="*/ 2304496 h 2727161"/>
              <a:gd name="connsiteX4" fmla="*/ 1140793 w 3072852"/>
              <a:gd name="connsiteY4" fmla="*/ 2403208 h 2727161"/>
              <a:gd name="connsiteX0" fmla="*/ 1291696 w 3072852"/>
              <a:gd name="connsiteY0" fmla="*/ 2033424 h 2727161"/>
              <a:gd name="connsiteX1" fmla="*/ 1143628 w 3072852"/>
              <a:gd name="connsiteY1" fmla="*/ 2181492 h 2727161"/>
              <a:gd name="connsiteX2" fmla="*/ 995560 w 3072852"/>
              <a:gd name="connsiteY2" fmla="*/ 2033424 h 2727161"/>
              <a:gd name="connsiteX3" fmla="*/ 1143628 w 3072852"/>
              <a:gd name="connsiteY3" fmla="*/ 1885356 h 2727161"/>
              <a:gd name="connsiteX4" fmla="*/ 1291696 w 3072852"/>
              <a:gd name="connsiteY4" fmla="*/ 2033424 h 2727161"/>
              <a:gd name="connsiteX0" fmla="*/ 3825 w 45548"/>
              <a:gd name="connsiteY0" fmla="*/ 25851 h 66306"/>
              <a:gd name="connsiteX1" fmla="*/ 2196 w 45548"/>
              <a:gd name="connsiteY1" fmla="*/ 25239 h 66306"/>
              <a:gd name="connsiteX2" fmla="*/ 6964 w 45548"/>
              <a:gd name="connsiteY2" fmla="*/ 34758 h 66306"/>
              <a:gd name="connsiteX3" fmla="*/ 5856 w 45548"/>
              <a:gd name="connsiteY3" fmla="*/ 35139 h 66306"/>
              <a:gd name="connsiteX4" fmla="*/ 16514 w 45548"/>
              <a:gd name="connsiteY4" fmla="*/ 38949 h 66306"/>
              <a:gd name="connsiteX5" fmla="*/ 15846 w 45548"/>
              <a:gd name="connsiteY5" fmla="*/ 37209 h 66306"/>
              <a:gd name="connsiteX6" fmla="*/ 28863 w 45548"/>
              <a:gd name="connsiteY6" fmla="*/ 34610 h 66306"/>
              <a:gd name="connsiteX7" fmla="*/ 28596 w 45548"/>
              <a:gd name="connsiteY7" fmla="*/ 36519 h 66306"/>
              <a:gd name="connsiteX8" fmla="*/ 44444 w 45548"/>
              <a:gd name="connsiteY8" fmla="*/ 39671 h 66306"/>
              <a:gd name="connsiteX9" fmla="*/ 45548 w 45548"/>
              <a:gd name="connsiteY9" fmla="*/ 32172 h 66306"/>
              <a:gd name="connsiteX10" fmla="*/ 41834 w 45548"/>
              <a:gd name="connsiteY10" fmla="*/ 15213 h 66306"/>
              <a:gd name="connsiteX11" fmla="*/ 40386 w 45548"/>
              <a:gd name="connsiteY11" fmla="*/ 17889 h 66306"/>
              <a:gd name="connsiteX12" fmla="*/ 38360 w 45548"/>
              <a:gd name="connsiteY12" fmla="*/ 5285 h 66306"/>
              <a:gd name="connsiteX13" fmla="*/ 38436 w 45548"/>
              <a:gd name="connsiteY13" fmla="*/ 6549 h 66306"/>
              <a:gd name="connsiteX14" fmla="*/ 29114 w 45548"/>
              <a:gd name="connsiteY14" fmla="*/ 3811 h 66306"/>
              <a:gd name="connsiteX15" fmla="*/ 29856 w 45548"/>
              <a:gd name="connsiteY15" fmla="*/ 2199 h 66306"/>
              <a:gd name="connsiteX16" fmla="*/ 22177 w 45548"/>
              <a:gd name="connsiteY16" fmla="*/ 4579 h 66306"/>
              <a:gd name="connsiteX17" fmla="*/ 22536 w 45548"/>
              <a:gd name="connsiteY17" fmla="*/ 3189 h 66306"/>
              <a:gd name="connsiteX18" fmla="*/ 14036 w 45548"/>
              <a:gd name="connsiteY18" fmla="*/ 5051 h 66306"/>
              <a:gd name="connsiteX19" fmla="*/ 15336 w 45548"/>
              <a:gd name="connsiteY19" fmla="*/ 6399 h 66306"/>
              <a:gd name="connsiteX20" fmla="*/ 4163 w 45548"/>
              <a:gd name="connsiteY20" fmla="*/ 15648 h 66306"/>
              <a:gd name="connsiteX21" fmla="*/ 3936 w 45548"/>
              <a:gd name="connsiteY21" fmla="*/ 14229 h 66306"/>
              <a:gd name="connsiteX0" fmla="*/ 3936 w 45548"/>
              <a:gd name="connsiteY0" fmla="*/ 14229 h 66306"/>
              <a:gd name="connsiteX1" fmla="*/ 5659 w 45548"/>
              <a:gd name="connsiteY1" fmla="*/ 6766 h 66306"/>
              <a:gd name="connsiteX2" fmla="*/ 14041 w 45548"/>
              <a:gd name="connsiteY2" fmla="*/ 5061 h 66306"/>
              <a:gd name="connsiteX3" fmla="*/ 22492 w 45548"/>
              <a:gd name="connsiteY3" fmla="*/ 3291 h 66306"/>
              <a:gd name="connsiteX4" fmla="*/ 25785 w 45548"/>
              <a:gd name="connsiteY4" fmla="*/ 59 h 66306"/>
              <a:gd name="connsiteX5" fmla="*/ 29869 w 45548"/>
              <a:gd name="connsiteY5" fmla="*/ 2340 h 66306"/>
              <a:gd name="connsiteX6" fmla="*/ 35499 w 45548"/>
              <a:gd name="connsiteY6" fmla="*/ 549 h 66306"/>
              <a:gd name="connsiteX7" fmla="*/ 38354 w 45548"/>
              <a:gd name="connsiteY7" fmla="*/ 5435 h 66306"/>
              <a:gd name="connsiteX8" fmla="*/ 42018 w 45548"/>
              <a:gd name="connsiteY8" fmla="*/ 10177 h 66306"/>
              <a:gd name="connsiteX9" fmla="*/ 41854 w 45548"/>
              <a:gd name="connsiteY9" fmla="*/ 15319 h 66306"/>
              <a:gd name="connsiteX10" fmla="*/ 43052 w 45548"/>
              <a:gd name="connsiteY10" fmla="*/ 23181 h 66306"/>
              <a:gd name="connsiteX11" fmla="*/ 37440 w 45548"/>
              <a:gd name="connsiteY11" fmla="*/ 30063 h 66306"/>
              <a:gd name="connsiteX12" fmla="*/ 35431 w 45548"/>
              <a:gd name="connsiteY12" fmla="*/ 35960 h 66306"/>
              <a:gd name="connsiteX13" fmla="*/ 28591 w 45548"/>
              <a:gd name="connsiteY13" fmla="*/ 36674 h 66306"/>
              <a:gd name="connsiteX14" fmla="*/ 23703 w 45548"/>
              <a:gd name="connsiteY14" fmla="*/ 42965 h 66306"/>
              <a:gd name="connsiteX15" fmla="*/ 16516 w 45548"/>
              <a:gd name="connsiteY15" fmla="*/ 39125 h 66306"/>
              <a:gd name="connsiteX16" fmla="*/ 5840 w 45548"/>
              <a:gd name="connsiteY16" fmla="*/ 35331 h 66306"/>
              <a:gd name="connsiteX17" fmla="*/ 1146 w 45548"/>
              <a:gd name="connsiteY17" fmla="*/ 31109 h 66306"/>
              <a:gd name="connsiteX18" fmla="*/ 2149 w 45548"/>
              <a:gd name="connsiteY18" fmla="*/ 25410 h 66306"/>
              <a:gd name="connsiteX19" fmla="*/ 31 w 45548"/>
              <a:gd name="connsiteY19" fmla="*/ 19563 h 66306"/>
              <a:gd name="connsiteX20" fmla="*/ 3899 w 45548"/>
              <a:gd name="connsiteY20" fmla="*/ 14366 h 66306"/>
              <a:gd name="connsiteX21" fmla="*/ 3936 w 45548"/>
              <a:gd name="connsiteY21" fmla="*/ 14229 h 66306"/>
              <a:gd name="connsiteX0" fmla="*/ 1016030 w 3072852"/>
              <a:gd name="connsiteY0" fmla="*/ 2677805 h 2727161"/>
              <a:gd name="connsiteX1" fmla="*/ 966674 w 3072852"/>
              <a:gd name="connsiteY1" fmla="*/ 2727161 h 2727161"/>
              <a:gd name="connsiteX2" fmla="*/ 917318 w 3072852"/>
              <a:gd name="connsiteY2" fmla="*/ 2677805 h 2727161"/>
              <a:gd name="connsiteX3" fmla="*/ 966674 w 3072852"/>
              <a:gd name="connsiteY3" fmla="*/ 2628449 h 2727161"/>
              <a:gd name="connsiteX4" fmla="*/ 1016030 w 3072852"/>
              <a:gd name="connsiteY4" fmla="*/ 2677805 h 2727161"/>
              <a:gd name="connsiteX0" fmla="*/ 1140793 w 3072852"/>
              <a:gd name="connsiteY0" fmla="*/ 2403208 h 2727161"/>
              <a:gd name="connsiteX1" fmla="*/ 1042081 w 3072852"/>
              <a:gd name="connsiteY1" fmla="*/ 2501920 h 2727161"/>
              <a:gd name="connsiteX2" fmla="*/ 943369 w 3072852"/>
              <a:gd name="connsiteY2" fmla="*/ 2403208 h 2727161"/>
              <a:gd name="connsiteX3" fmla="*/ 1042081 w 3072852"/>
              <a:gd name="connsiteY3" fmla="*/ 2304496 h 2727161"/>
              <a:gd name="connsiteX4" fmla="*/ 1140793 w 3072852"/>
              <a:gd name="connsiteY4" fmla="*/ 2403208 h 2727161"/>
              <a:gd name="connsiteX0" fmla="*/ 1291696 w 3072852"/>
              <a:gd name="connsiteY0" fmla="*/ 2033424 h 2727161"/>
              <a:gd name="connsiteX1" fmla="*/ 1143628 w 3072852"/>
              <a:gd name="connsiteY1" fmla="*/ 2181492 h 2727161"/>
              <a:gd name="connsiteX2" fmla="*/ 995560 w 3072852"/>
              <a:gd name="connsiteY2" fmla="*/ 2033424 h 2727161"/>
              <a:gd name="connsiteX3" fmla="*/ 1143628 w 3072852"/>
              <a:gd name="connsiteY3" fmla="*/ 1885356 h 2727161"/>
              <a:gd name="connsiteX4" fmla="*/ 1291696 w 3072852"/>
              <a:gd name="connsiteY4" fmla="*/ 2033424 h 2727161"/>
              <a:gd name="connsiteX0" fmla="*/ 3825 w 45548"/>
              <a:gd name="connsiteY0" fmla="*/ 25851 h 66306"/>
              <a:gd name="connsiteX1" fmla="*/ 2196 w 45548"/>
              <a:gd name="connsiteY1" fmla="*/ 25239 h 66306"/>
              <a:gd name="connsiteX2" fmla="*/ 6964 w 45548"/>
              <a:gd name="connsiteY2" fmla="*/ 34758 h 66306"/>
              <a:gd name="connsiteX3" fmla="*/ 5856 w 45548"/>
              <a:gd name="connsiteY3" fmla="*/ 35139 h 66306"/>
              <a:gd name="connsiteX4" fmla="*/ 16514 w 45548"/>
              <a:gd name="connsiteY4" fmla="*/ 38949 h 66306"/>
              <a:gd name="connsiteX5" fmla="*/ 15846 w 45548"/>
              <a:gd name="connsiteY5" fmla="*/ 37209 h 66306"/>
              <a:gd name="connsiteX6" fmla="*/ 28863 w 45548"/>
              <a:gd name="connsiteY6" fmla="*/ 34610 h 66306"/>
              <a:gd name="connsiteX7" fmla="*/ 28596 w 45548"/>
              <a:gd name="connsiteY7" fmla="*/ 36519 h 66306"/>
              <a:gd name="connsiteX8" fmla="*/ 44444 w 45548"/>
              <a:gd name="connsiteY8" fmla="*/ 39671 h 66306"/>
              <a:gd name="connsiteX9" fmla="*/ 45548 w 45548"/>
              <a:gd name="connsiteY9" fmla="*/ 32172 h 66306"/>
              <a:gd name="connsiteX10" fmla="*/ 41834 w 45548"/>
              <a:gd name="connsiteY10" fmla="*/ 15213 h 66306"/>
              <a:gd name="connsiteX11" fmla="*/ 40386 w 45548"/>
              <a:gd name="connsiteY11" fmla="*/ 17889 h 66306"/>
              <a:gd name="connsiteX12" fmla="*/ 38360 w 45548"/>
              <a:gd name="connsiteY12" fmla="*/ 5285 h 66306"/>
              <a:gd name="connsiteX13" fmla="*/ 38436 w 45548"/>
              <a:gd name="connsiteY13" fmla="*/ 6549 h 66306"/>
              <a:gd name="connsiteX14" fmla="*/ 29114 w 45548"/>
              <a:gd name="connsiteY14" fmla="*/ 3811 h 66306"/>
              <a:gd name="connsiteX15" fmla="*/ 29856 w 45548"/>
              <a:gd name="connsiteY15" fmla="*/ 2199 h 66306"/>
              <a:gd name="connsiteX16" fmla="*/ 22177 w 45548"/>
              <a:gd name="connsiteY16" fmla="*/ 4579 h 66306"/>
              <a:gd name="connsiteX17" fmla="*/ 22536 w 45548"/>
              <a:gd name="connsiteY17" fmla="*/ 3189 h 66306"/>
              <a:gd name="connsiteX18" fmla="*/ 14036 w 45548"/>
              <a:gd name="connsiteY18" fmla="*/ 5051 h 66306"/>
              <a:gd name="connsiteX19" fmla="*/ 15336 w 45548"/>
              <a:gd name="connsiteY19" fmla="*/ 6399 h 66306"/>
              <a:gd name="connsiteX20" fmla="*/ 4163 w 45548"/>
              <a:gd name="connsiteY20" fmla="*/ 15648 h 66306"/>
              <a:gd name="connsiteX21" fmla="*/ 3936 w 45548"/>
              <a:gd name="connsiteY21" fmla="*/ 14229 h 66306"/>
              <a:gd name="connsiteX0" fmla="*/ 3936 w 45548"/>
              <a:gd name="connsiteY0" fmla="*/ 14229 h 66306"/>
              <a:gd name="connsiteX1" fmla="*/ 5659 w 45548"/>
              <a:gd name="connsiteY1" fmla="*/ 6766 h 66306"/>
              <a:gd name="connsiteX2" fmla="*/ 14041 w 45548"/>
              <a:gd name="connsiteY2" fmla="*/ 5061 h 66306"/>
              <a:gd name="connsiteX3" fmla="*/ 22492 w 45548"/>
              <a:gd name="connsiteY3" fmla="*/ 3291 h 66306"/>
              <a:gd name="connsiteX4" fmla="*/ 25785 w 45548"/>
              <a:gd name="connsiteY4" fmla="*/ 59 h 66306"/>
              <a:gd name="connsiteX5" fmla="*/ 29869 w 45548"/>
              <a:gd name="connsiteY5" fmla="*/ 2340 h 66306"/>
              <a:gd name="connsiteX6" fmla="*/ 35499 w 45548"/>
              <a:gd name="connsiteY6" fmla="*/ 549 h 66306"/>
              <a:gd name="connsiteX7" fmla="*/ 38354 w 45548"/>
              <a:gd name="connsiteY7" fmla="*/ 5435 h 66306"/>
              <a:gd name="connsiteX8" fmla="*/ 42018 w 45548"/>
              <a:gd name="connsiteY8" fmla="*/ 10177 h 66306"/>
              <a:gd name="connsiteX9" fmla="*/ 41854 w 45548"/>
              <a:gd name="connsiteY9" fmla="*/ 15319 h 66306"/>
              <a:gd name="connsiteX10" fmla="*/ 43052 w 45548"/>
              <a:gd name="connsiteY10" fmla="*/ 23181 h 66306"/>
              <a:gd name="connsiteX11" fmla="*/ 37440 w 45548"/>
              <a:gd name="connsiteY11" fmla="*/ 30063 h 66306"/>
              <a:gd name="connsiteX12" fmla="*/ 35431 w 45548"/>
              <a:gd name="connsiteY12" fmla="*/ 35960 h 66306"/>
              <a:gd name="connsiteX13" fmla="*/ 28591 w 45548"/>
              <a:gd name="connsiteY13" fmla="*/ 36674 h 66306"/>
              <a:gd name="connsiteX14" fmla="*/ 23703 w 45548"/>
              <a:gd name="connsiteY14" fmla="*/ 42965 h 66306"/>
              <a:gd name="connsiteX15" fmla="*/ 16516 w 45548"/>
              <a:gd name="connsiteY15" fmla="*/ 39125 h 66306"/>
              <a:gd name="connsiteX16" fmla="*/ 5840 w 45548"/>
              <a:gd name="connsiteY16" fmla="*/ 35331 h 66306"/>
              <a:gd name="connsiteX17" fmla="*/ 1146 w 45548"/>
              <a:gd name="connsiteY17" fmla="*/ 31109 h 66306"/>
              <a:gd name="connsiteX18" fmla="*/ 2149 w 45548"/>
              <a:gd name="connsiteY18" fmla="*/ 25410 h 66306"/>
              <a:gd name="connsiteX19" fmla="*/ 31 w 45548"/>
              <a:gd name="connsiteY19" fmla="*/ 19563 h 66306"/>
              <a:gd name="connsiteX20" fmla="*/ 3899 w 45548"/>
              <a:gd name="connsiteY20" fmla="*/ 14366 h 66306"/>
              <a:gd name="connsiteX21" fmla="*/ 3936 w 45548"/>
              <a:gd name="connsiteY21" fmla="*/ 14229 h 66306"/>
              <a:gd name="connsiteX0" fmla="*/ 1016030 w 3072852"/>
              <a:gd name="connsiteY0" fmla="*/ 2677805 h 2727161"/>
              <a:gd name="connsiteX1" fmla="*/ 966674 w 3072852"/>
              <a:gd name="connsiteY1" fmla="*/ 2727161 h 2727161"/>
              <a:gd name="connsiteX2" fmla="*/ 917318 w 3072852"/>
              <a:gd name="connsiteY2" fmla="*/ 2677805 h 2727161"/>
              <a:gd name="connsiteX3" fmla="*/ 966674 w 3072852"/>
              <a:gd name="connsiteY3" fmla="*/ 2628449 h 2727161"/>
              <a:gd name="connsiteX4" fmla="*/ 1016030 w 3072852"/>
              <a:gd name="connsiteY4" fmla="*/ 2677805 h 2727161"/>
              <a:gd name="connsiteX0" fmla="*/ 1140793 w 3072852"/>
              <a:gd name="connsiteY0" fmla="*/ 2403208 h 2727161"/>
              <a:gd name="connsiteX1" fmla="*/ 1042081 w 3072852"/>
              <a:gd name="connsiteY1" fmla="*/ 2501920 h 2727161"/>
              <a:gd name="connsiteX2" fmla="*/ 943369 w 3072852"/>
              <a:gd name="connsiteY2" fmla="*/ 2403208 h 2727161"/>
              <a:gd name="connsiteX3" fmla="*/ 1042081 w 3072852"/>
              <a:gd name="connsiteY3" fmla="*/ 2304496 h 2727161"/>
              <a:gd name="connsiteX4" fmla="*/ 1140793 w 3072852"/>
              <a:gd name="connsiteY4" fmla="*/ 2403208 h 2727161"/>
              <a:gd name="connsiteX0" fmla="*/ 1291696 w 3072852"/>
              <a:gd name="connsiteY0" fmla="*/ 2033424 h 2727161"/>
              <a:gd name="connsiteX1" fmla="*/ 1143628 w 3072852"/>
              <a:gd name="connsiteY1" fmla="*/ 2181492 h 2727161"/>
              <a:gd name="connsiteX2" fmla="*/ 995560 w 3072852"/>
              <a:gd name="connsiteY2" fmla="*/ 2033424 h 2727161"/>
              <a:gd name="connsiteX3" fmla="*/ 1143628 w 3072852"/>
              <a:gd name="connsiteY3" fmla="*/ 1885356 h 2727161"/>
              <a:gd name="connsiteX4" fmla="*/ 1291696 w 3072852"/>
              <a:gd name="connsiteY4" fmla="*/ 2033424 h 2727161"/>
              <a:gd name="connsiteX0" fmla="*/ 3825 w 45548"/>
              <a:gd name="connsiteY0" fmla="*/ 25851 h 66306"/>
              <a:gd name="connsiteX1" fmla="*/ 2196 w 45548"/>
              <a:gd name="connsiteY1" fmla="*/ 25239 h 66306"/>
              <a:gd name="connsiteX2" fmla="*/ 6964 w 45548"/>
              <a:gd name="connsiteY2" fmla="*/ 34758 h 66306"/>
              <a:gd name="connsiteX3" fmla="*/ 5856 w 45548"/>
              <a:gd name="connsiteY3" fmla="*/ 35139 h 66306"/>
              <a:gd name="connsiteX4" fmla="*/ 16514 w 45548"/>
              <a:gd name="connsiteY4" fmla="*/ 38949 h 66306"/>
              <a:gd name="connsiteX5" fmla="*/ 15846 w 45548"/>
              <a:gd name="connsiteY5" fmla="*/ 37209 h 66306"/>
              <a:gd name="connsiteX6" fmla="*/ 28863 w 45548"/>
              <a:gd name="connsiteY6" fmla="*/ 34610 h 66306"/>
              <a:gd name="connsiteX7" fmla="*/ 28596 w 45548"/>
              <a:gd name="connsiteY7" fmla="*/ 36519 h 66306"/>
              <a:gd name="connsiteX8" fmla="*/ 44444 w 45548"/>
              <a:gd name="connsiteY8" fmla="*/ 39671 h 66306"/>
              <a:gd name="connsiteX9" fmla="*/ 45548 w 45548"/>
              <a:gd name="connsiteY9" fmla="*/ 32172 h 66306"/>
              <a:gd name="connsiteX10" fmla="*/ 41834 w 45548"/>
              <a:gd name="connsiteY10" fmla="*/ 15213 h 66306"/>
              <a:gd name="connsiteX11" fmla="*/ 40386 w 45548"/>
              <a:gd name="connsiteY11" fmla="*/ 17889 h 66306"/>
              <a:gd name="connsiteX12" fmla="*/ 38360 w 45548"/>
              <a:gd name="connsiteY12" fmla="*/ 5285 h 66306"/>
              <a:gd name="connsiteX13" fmla="*/ 38436 w 45548"/>
              <a:gd name="connsiteY13" fmla="*/ 6549 h 66306"/>
              <a:gd name="connsiteX14" fmla="*/ 29114 w 45548"/>
              <a:gd name="connsiteY14" fmla="*/ 3811 h 66306"/>
              <a:gd name="connsiteX15" fmla="*/ 29856 w 45548"/>
              <a:gd name="connsiteY15" fmla="*/ 2199 h 66306"/>
              <a:gd name="connsiteX16" fmla="*/ 22177 w 45548"/>
              <a:gd name="connsiteY16" fmla="*/ 4579 h 66306"/>
              <a:gd name="connsiteX17" fmla="*/ 22536 w 45548"/>
              <a:gd name="connsiteY17" fmla="*/ 3189 h 66306"/>
              <a:gd name="connsiteX18" fmla="*/ 14036 w 45548"/>
              <a:gd name="connsiteY18" fmla="*/ 5051 h 66306"/>
              <a:gd name="connsiteX19" fmla="*/ 15336 w 45548"/>
              <a:gd name="connsiteY19" fmla="*/ 6399 h 66306"/>
              <a:gd name="connsiteX20" fmla="*/ 4163 w 45548"/>
              <a:gd name="connsiteY20" fmla="*/ 15648 h 66306"/>
              <a:gd name="connsiteX21" fmla="*/ 3936 w 45548"/>
              <a:gd name="connsiteY21" fmla="*/ 14229 h 66306"/>
              <a:gd name="connsiteX0" fmla="*/ 3936 w 44470"/>
              <a:gd name="connsiteY0" fmla="*/ 14229 h 66306"/>
              <a:gd name="connsiteX1" fmla="*/ 5659 w 44470"/>
              <a:gd name="connsiteY1" fmla="*/ 6766 h 66306"/>
              <a:gd name="connsiteX2" fmla="*/ 14041 w 44470"/>
              <a:gd name="connsiteY2" fmla="*/ 5061 h 66306"/>
              <a:gd name="connsiteX3" fmla="*/ 22492 w 44470"/>
              <a:gd name="connsiteY3" fmla="*/ 3291 h 66306"/>
              <a:gd name="connsiteX4" fmla="*/ 25785 w 44470"/>
              <a:gd name="connsiteY4" fmla="*/ 59 h 66306"/>
              <a:gd name="connsiteX5" fmla="*/ 29869 w 44470"/>
              <a:gd name="connsiteY5" fmla="*/ 2340 h 66306"/>
              <a:gd name="connsiteX6" fmla="*/ 35499 w 44470"/>
              <a:gd name="connsiteY6" fmla="*/ 549 h 66306"/>
              <a:gd name="connsiteX7" fmla="*/ 38354 w 44470"/>
              <a:gd name="connsiteY7" fmla="*/ 5435 h 66306"/>
              <a:gd name="connsiteX8" fmla="*/ 42018 w 44470"/>
              <a:gd name="connsiteY8" fmla="*/ 10177 h 66306"/>
              <a:gd name="connsiteX9" fmla="*/ 41854 w 44470"/>
              <a:gd name="connsiteY9" fmla="*/ 15319 h 66306"/>
              <a:gd name="connsiteX10" fmla="*/ 43052 w 44470"/>
              <a:gd name="connsiteY10" fmla="*/ 23181 h 66306"/>
              <a:gd name="connsiteX11" fmla="*/ 37440 w 44470"/>
              <a:gd name="connsiteY11" fmla="*/ 30063 h 66306"/>
              <a:gd name="connsiteX12" fmla="*/ 35431 w 44470"/>
              <a:gd name="connsiteY12" fmla="*/ 35960 h 66306"/>
              <a:gd name="connsiteX13" fmla="*/ 28591 w 44470"/>
              <a:gd name="connsiteY13" fmla="*/ 36674 h 66306"/>
              <a:gd name="connsiteX14" fmla="*/ 23703 w 44470"/>
              <a:gd name="connsiteY14" fmla="*/ 42965 h 66306"/>
              <a:gd name="connsiteX15" fmla="*/ 16516 w 44470"/>
              <a:gd name="connsiteY15" fmla="*/ 39125 h 66306"/>
              <a:gd name="connsiteX16" fmla="*/ 5840 w 44470"/>
              <a:gd name="connsiteY16" fmla="*/ 35331 h 66306"/>
              <a:gd name="connsiteX17" fmla="*/ 1146 w 44470"/>
              <a:gd name="connsiteY17" fmla="*/ 31109 h 66306"/>
              <a:gd name="connsiteX18" fmla="*/ 2149 w 44470"/>
              <a:gd name="connsiteY18" fmla="*/ 25410 h 66306"/>
              <a:gd name="connsiteX19" fmla="*/ 31 w 44470"/>
              <a:gd name="connsiteY19" fmla="*/ 19563 h 66306"/>
              <a:gd name="connsiteX20" fmla="*/ 3899 w 44470"/>
              <a:gd name="connsiteY20" fmla="*/ 14366 h 66306"/>
              <a:gd name="connsiteX21" fmla="*/ 3936 w 44470"/>
              <a:gd name="connsiteY21" fmla="*/ 14229 h 66306"/>
              <a:gd name="connsiteX0" fmla="*/ 1016030 w 3000126"/>
              <a:gd name="connsiteY0" fmla="*/ 2677805 h 2727161"/>
              <a:gd name="connsiteX1" fmla="*/ 966674 w 3000126"/>
              <a:gd name="connsiteY1" fmla="*/ 2727161 h 2727161"/>
              <a:gd name="connsiteX2" fmla="*/ 917318 w 3000126"/>
              <a:gd name="connsiteY2" fmla="*/ 2677805 h 2727161"/>
              <a:gd name="connsiteX3" fmla="*/ 966674 w 3000126"/>
              <a:gd name="connsiteY3" fmla="*/ 2628449 h 2727161"/>
              <a:gd name="connsiteX4" fmla="*/ 1016030 w 3000126"/>
              <a:gd name="connsiteY4" fmla="*/ 2677805 h 2727161"/>
              <a:gd name="connsiteX0" fmla="*/ 1140793 w 3000126"/>
              <a:gd name="connsiteY0" fmla="*/ 2403208 h 2727161"/>
              <a:gd name="connsiteX1" fmla="*/ 1042081 w 3000126"/>
              <a:gd name="connsiteY1" fmla="*/ 2501920 h 2727161"/>
              <a:gd name="connsiteX2" fmla="*/ 943369 w 3000126"/>
              <a:gd name="connsiteY2" fmla="*/ 2403208 h 2727161"/>
              <a:gd name="connsiteX3" fmla="*/ 1042081 w 3000126"/>
              <a:gd name="connsiteY3" fmla="*/ 2304496 h 2727161"/>
              <a:gd name="connsiteX4" fmla="*/ 1140793 w 3000126"/>
              <a:gd name="connsiteY4" fmla="*/ 2403208 h 2727161"/>
              <a:gd name="connsiteX0" fmla="*/ 1291696 w 3000126"/>
              <a:gd name="connsiteY0" fmla="*/ 2033424 h 2727161"/>
              <a:gd name="connsiteX1" fmla="*/ 1143628 w 3000126"/>
              <a:gd name="connsiteY1" fmla="*/ 2181492 h 2727161"/>
              <a:gd name="connsiteX2" fmla="*/ 995560 w 3000126"/>
              <a:gd name="connsiteY2" fmla="*/ 2033424 h 2727161"/>
              <a:gd name="connsiteX3" fmla="*/ 1143628 w 3000126"/>
              <a:gd name="connsiteY3" fmla="*/ 1885356 h 2727161"/>
              <a:gd name="connsiteX4" fmla="*/ 1291696 w 3000126"/>
              <a:gd name="connsiteY4" fmla="*/ 2033424 h 2727161"/>
              <a:gd name="connsiteX0" fmla="*/ 3825 w 44470"/>
              <a:gd name="connsiteY0" fmla="*/ 25851 h 66306"/>
              <a:gd name="connsiteX1" fmla="*/ 2196 w 44470"/>
              <a:gd name="connsiteY1" fmla="*/ 25239 h 66306"/>
              <a:gd name="connsiteX2" fmla="*/ 6964 w 44470"/>
              <a:gd name="connsiteY2" fmla="*/ 34758 h 66306"/>
              <a:gd name="connsiteX3" fmla="*/ 5856 w 44470"/>
              <a:gd name="connsiteY3" fmla="*/ 35139 h 66306"/>
              <a:gd name="connsiteX4" fmla="*/ 16514 w 44470"/>
              <a:gd name="connsiteY4" fmla="*/ 38949 h 66306"/>
              <a:gd name="connsiteX5" fmla="*/ 15846 w 44470"/>
              <a:gd name="connsiteY5" fmla="*/ 37209 h 66306"/>
              <a:gd name="connsiteX6" fmla="*/ 28863 w 44470"/>
              <a:gd name="connsiteY6" fmla="*/ 34610 h 66306"/>
              <a:gd name="connsiteX7" fmla="*/ 28596 w 44470"/>
              <a:gd name="connsiteY7" fmla="*/ 36519 h 66306"/>
              <a:gd name="connsiteX8" fmla="*/ 44444 w 44470"/>
              <a:gd name="connsiteY8" fmla="*/ 39671 h 66306"/>
              <a:gd name="connsiteX9" fmla="*/ 42272 w 44470"/>
              <a:gd name="connsiteY9" fmla="*/ 37359 h 66306"/>
              <a:gd name="connsiteX10" fmla="*/ 41834 w 44470"/>
              <a:gd name="connsiteY10" fmla="*/ 15213 h 66306"/>
              <a:gd name="connsiteX11" fmla="*/ 40386 w 44470"/>
              <a:gd name="connsiteY11" fmla="*/ 17889 h 66306"/>
              <a:gd name="connsiteX12" fmla="*/ 38360 w 44470"/>
              <a:gd name="connsiteY12" fmla="*/ 5285 h 66306"/>
              <a:gd name="connsiteX13" fmla="*/ 38436 w 44470"/>
              <a:gd name="connsiteY13" fmla="*/ 6549 h 66306"/>
              <a:gd name="connsiteX14" fmla="*/ 29114 w 44470"/>
              <a:gd name="connsiteY14" fmla="*/ 3811 h 66306"/>
              <a:gd name="connsiteX15" fmla="*/ 29856 w 44470"/>
              <a:gd name="connsiteY15" fmla="*/ 2199 h 66306"/>
              <a:gd name="connsiteX16" fmla="*/ 22177 w 44470"/>
              <a:gd name="connsiteY16" fmla="*/ 4579 h 66306"/>
              <a:gd name="connsiteX17" fmla="*/ 22536 w 44470"/>
              <a:gd name="connsiteY17" fmla="*/ 3189 h 66306"/>
              <a:gd name="connsiteX18" fmla="*/ 14036 w 44470"/>
              <a:gd name="connsiteY18" fmla="*/ 5051 h 66306"/>
              <a:gd name="connsiteX19" fmla="*/ 15336 w 44470"/>
              <a:gd name="connsiteY19" fmla="*/ 6399 h 66306"/>
              <a:gd name="connsiteX20" fmla="*/ 4163 w 44470"/>
              <a:gd name="connsiteY20" fmla="*/ 15648 h 66306"/>
              <a:gd name="connsiteX21" fmla="*/ 3936 w 44470"/>
              <a:gd name="connsiteY21" fmla="*/ 14229 h 66306"/>
              <a:gd name="connsiteX0" fmla="*/ 3936 w 44467"/>
              <a:gd name="connsiteY0" fmla="*/ 14229 h 66306"/>
              <a:gd name="connsiteX1" fmla="*/ 5659 w 44467"/>
              <a:gd name="connsiteY1" fmla="*/ 6766 h 66306"/>
              <a:gd name="connsiteX2" fmla="*/ 14041 w 44467"/>
              <a:gd name="connsiteY2" fmla="*/ 5061 h 66306"/>
              <a:gd name="connsiteX3" fmla="*/ 22492 w 44467"/>
              <a:gd name="connsiteY3" fmla="*/ 3291 h 66306"/>
              <a:gd name="connsiteX4" fmla="*/ 25785 w 44467"/>
              <a:gd name="connsiteY4" fmla="*/ 59 h 66306"/>
              <a:gd name="connsiteX5" fmla="*/ 29869 w 44467"/>
              <a:gd name="connsiteY5" fmla="*/ 2340 h 66306"/>
              <a:gd name="connsiteX6" fmla="*/ 35499 w 44467"/>
              <a:gd name="connsiteY6" fmla="*/ 549 h 66306"/>
              <a:gd name="connsiteX7" fmla="*/ 38354 w 44467"/>
              <a:gd name="connsiteY7" fmla="*/ 5435 h 66306"/>
              <a:gd name="connsiteX8" fmla="*/ 42018 w 44467"/>
              <a:gd name="connsiteY8" fmla="*/ 10177 h 66306"/>
              <a:gd name="connsiteX9" fmla="*/ 41854 w 44467"/>
              <a:gd name="connsiteY9" fmla="*/ 15319 h 66306"/>
              <a:gd name="connsiteX10" fmla="*/ 43052 w 44467"/>
              <a:gd name="connsiteY10" fmla="*/ 23181 h 66306"/>
              <a:gd name="connsiteX11" fmla="*/ 37440 w 44467"/>
              <a:gd name="connsiteY11" fmla="*/ 30063 h 66306"/>
              <a:gd name="connsiteX12" fmla="*/ 35431 w 44467"/>
              <a:gd name="connsiteY12" fmla="*/ 35960 h 66306"/>
              <a:gd name="connsiteX13" fmla="*/ 28591 w 44467"/>
              <a:gd name="connsiteY13" fmla="*/ 36674 h 66306"/>
              <a:gd name="connsiteX14" fmla="*/ 23703 w 44467"/>
              <a:gd name="connsiteY14" fmla="*/ 42965 h 66306"/>
              <a:gd name="connsiteX15" fmla="*/ 16516 w 44467"/>
              <a:gd name="connsiteY15" fmla="*/ 39125 h 66306"/>
              <a:gd name="connsiteX16" fmla="*/ 5840 w 44467"/>
              <a:gd name="connsiteY16" fmla="*/ 35331 h 66306"/>
              <a:gd name="connsiteX17" fmla="*/ 1146 w 44467"/>
              <a:gd name="connsiteY17" fmla="*/ 31109 h 66306"/>
              <a:gd name="connsiteX18" fmla="*/ 2149 w 44467"/>
              <a:gd name="connsiteY18" fmla="*/ 25410 h 66306"/>
              <a:gd name="connsiteX19" fmla="*/ 31 w 44467"/>
              <a:gd name="connsiteY19" fmla="*/ 19563 h 66306"/>
              <a:gd name="connsiteX20" fmla="*/ 3899 w 44467"/>
              <a:gd name="connsiteY20" fmla="*/ 14366 h 66306"/>
              <a:gd name="connsiteX21" fmla="*/ 3936 w 44467"/>
              <a:gd name="connsiteY21" fmla="*/ 14229 h 66306"/>
              <a:gd name="connsiteX0" fmla="*/ 1016030 w 2999924"/>
              <a:gd name="connsiteY0" fmla="*/ 2677805 h 2727161"/>
              <a:gd name="connsiteX1" fmla="*/ 966674 w 2999924"/>
              <a:gd name="connsiteY1" fmla="*/ 2727161 h 2727161"/>
              <a:gd name="connsiteX2" fmla="*/ 917318 w 2999924"/>
              <a:gd name="connsiteY2" fmla="*/ 2677805 h 2727161"/>
              <a:gd name="connsiteX3" fmla="*/ 966674 w 2999924"/>
              <a:gd name="connsiteY3" fmla="*/ 2628449 h 2727161"/>
              <a:gd name="connsiteX4" fmla="*/ 1016030 w 2999924"/>
              <a:gd name="connsiteY4" fmla="*/ 2677805 h 2727161"/>
              <a:gd name="connsiteX0" fmla="*/ 1140793 w 2999924"/>
              <a:gd name="connsiteY0" fmla="*/ 2403208 h 2727161"/>
              <a:gd name="connsiteX1" fmla="*/ 1042081 w 2999924"/>
              <a:gd name="connsiteY1" fmla="*/ 2501920 h 2727161"/>
              <a:gd name="connsiteX2" fmla="*/ 943369 w 2999924"/>
              <a:gd name="connsiteY2" fmla="*/ 2403208 h 2727161"/>
              <a:gd name="connsiteX3" fmla="*/ 1042081 w 2999924"/>
              <a:gd name="connsiteY3" fmla="*/ 2304496 h 2727161"/>
              <a:gd name="connsiteX4" fmla="*/ 1140793 w 2999924"/>
              <a:gd name="connsiteY4" fmla="*/ 2403208 h 2727161"/>
              <a:gd name="connsiteX0" fmla="*/ 1291696 w 2999924"/>
              <a:gd name="connsiteY0" fmla="*/ 2033424 h 2727161"/>
              <a:gd name="connsiteX1" fmla="*/ 1143628 w 2999924"/>
              <a:gd name="connsiteY1" fmla="*/ 2181492 h 2727161"/>
              <a:gd name="connsiteX2" fmla="*/ 995560 w 2999924"/>
              <a:gd name="connsiteY2" fmla="*/ 2033424 h 2727161"/>
              <a:gd name="connsiteX3" fmla="*/ 1143628 w 2999924"/>
              <a:gd name="connsiteY3" fmla="*/ 1885356 h 2727161"/>
              <a:gd name="connsiteX4" fmla="*/ 1291696 w 2999924"/>
              <a:gd name="connsiteY4" fmla="*/ 2033424 h 2727161"/>
              <a:gd name="connsiteX0" fmla="*/ 3825 w 44467"/>
              <a:gd name="connsiteY0" fmla="*/ 25851 h 66306"/>
              <a:gd name="connsiteX1" fmla="*/ 2196 w 44467"/>
              <a:gd name="connsiteY1" fmla="*/ 25239 h 66306"/>
              <a:gd name="connsiteX2" fmla="*/ 6964 w 44467"/>
              <a:gd name="connsiteY2" fmla="*/ 34758 h 66306"/>
              <a:gd name="connsiteX3" fmla="*/ 5856 w 44467"/>
              <a:gd name="connsiteY3" fmla="*/ 35139 h 66306"/>
              <a:gd name="connsiteX4" fmla="*/ 16514 w 44467"/>
              <a:gd name="connsiteY4" fmla="*/ 38949 h 66306"/>
              <a:gd name="connsiteX5" fmla="*/ 15846 w 44467"/>
              <a:gd name="connsiteY5" fmla="*/ 37209 h 66306"/>
              <a:gd name="connsiteX6" fmla="*/ 28863 w 44467"/>
              <a:gd name="connsiteY6" fmla="*/ 34610 h 66306"/>
              <a:gd name="connsiteX7" fmla="*/ 28596 w 44467"/>
              <a:gd name="connsiteY7" fmla="*/ 36519 h 66306"/>
              <a:gd name="connsiteX8" fmla="*/ 44444 w 44467"/>
              <a:gd name="connsiteY8" fmla="*/ 39671 h 66306"/>
              <a:gd name="connsiteX9" fmla="*/ 41820 w 44467"/>
              <a:gd name="connsiteY9" fmla="*/ 39767 h 66306"/>
              <a:gd name="connsiteX10" fmla="*/ 41834 w 44467"/>
              <a:gd name="connsiteY10" fmla="*/ 15213 h 66306"/>
              <a:gd name="connsiteX11" fmla="*/ 40386 w 44467"/>
              <a:gd name="connsiteY11" fmla="*/ 17889 h 66306"/>
              <a:gd name="connsiteX12" fmla="*/ 38360 w 44467"/>
              <a:gd name="connsiteY12" fmla="*/ 5285 h 66306"/>
              <a:gd name="connsiteX13" fmla="*/ 38436 w 44467"/>
              <a:gd name="connsiteY13" fmla="*/ 6549 h 66306"/>
              <a:gd name="connsiteX14" fmla="*/ 29114 w 44467"/>
              <a:gd name="connsiteY14" fmla="*/ 3811 h 66306"/>
              <a:gd name="connsiteX15" fmla="*/ 29856 w 44467"/>
              <a:gd name="connsiteY15" fmla="*/ 2199 h 66306"/>
              <a:gd name="connsiteX16" fmla="*/ 22177 w 44467"/>
              <a:gd name="connsiteY16" fmla="*/ 4579 h 66306"/>
              <a:gd name="connsiteX17" fmla="*/ 22536 w 44467"/>
              <a:gd name="connsiteY17" fmla="*/ 3189 h 66306"/>
              <a:gd name="connsiteX18" fmla="*/ 14036 w 44467"/>
              <a:gd name="connsiteY18" fmla="*/ 5051 h 66306"/>
              <a:gd name="connsiteX19" fmla="*/ 15336 w 44467"/>
              <a:gd name="connsiteY19" fmla="*/ 6399 h 66306"/>
              <a:gd name="connsiteX20" fmla="*/ 4163 w 44467"/>
              <a:gd name="connsiteY20" fmla="*/ 15648 h 66306"/>
              <a:gd name="connsiteX21" fmla="*/ 3936 w 44467"/>
              <a:gd name="connsiteY21" fmla="*/ 14229 h 66306"/>
              <a:gd name="connsiteX0" fmla="*/ 3936 w 44483"/>
              <a:gd name="connsiteY0" fmla="*/ 14229 h 66306"/>
              <a:gd name="connsiteX1" fmla="*/ 5659 w 44483"/>
              <a:gd name="connsiteY1" fmla="*/ 6766 h 66306"/>
              <a:gd name="connsiteX2" fmla="*/ 14041 w 44483"/>
              <a:gd name="connsiteY2" fmla="*/ 5061 h 66306"/>
              <a:gd name="connsiteX3" fmla="*/ 22492 w 44483"/>
              <a:gd name="connsiteY3" fmla="*/ 3291 h 66306"/>
              <a:gd name="connsiteX4" fmla="*/ 25785 w 44483"/>
              <a:gd name="connsiteY4" fmla="*/ 59 h 66306"/>
              <a:gd name="connsiteX5" fmla="*/ 29869 w 44483"/>
              <a:gd name="connsiteY5" fmla="*/ 2340 h 66306"/>
              <a:gd name="connsiteX6" fmla="*/ 35499 w 44483"/>
              <a:gd name="connsiteY6" fmla="*/ 549 h 66306"/>
              <a:gd name="connsiteX7" fmla="*/ 38354 w 44483"/>
              <a:gd name="connsiteY7" fmla="*/ 5435 h 66306"/>
              <a:gd name="connsiteX8" fmla="*/ 42018 w 44483"/>
              <a:gd name="connsiteY8" fmla="*/ 10177 h 66306"/>
              <a:gd name="connsiteX9" fmla="*/ 41854 w 44483"/>
              <a:gd name="connsiteY9" fmla="*/ 15319 h 66306"/>
              <a:gd name="connsiteX10" fmla="*/ 43052 w 44483"/>
              <a:gd name="connsiteY10" fmla="*/ 23181 h 66306"/>
              <a:gd name="connsiteX11" fmla="*/ 37440 w 44483"/>
              <a:gd name="connsiteY11" fmla="*/ 30063 h 66306"/>
              <a:gd name="connsiteX12" fmla="*/ 35431 w 44483"/>
              <a:gd name="connsiteY12" fmla="*/ 35960 h 66306"/>
              <a:gd name="connsiteX13" fmla="*/ 28591 w 44483"/>
              <a:gd name="connsiteY13" fmla="*/ 36674 h 66306"/>
              <a:gd name="connsiteX14" fmla="*/ 23703 w 44483"/>
              <a:gd name="connsiteY14" fmla="*/ 42965 h 66306"/>
              <a:gd name="connsiteX15" fmla="*/ 16516 w 44483"/>
              <a:gd name="connsiteY15" fmla="*/ 39125 h 66306"/>
              <a:gd name="connsiteX16" fmla="*/ 5840 w 44483"/>
              <a:gd name="connsiteY16" fmla="*/ 35331 h 66306"/>
              <a:gd name="connsiteX17" fmla="*/ 1146 w 44483"/>
              <a:gd name="connsiteY17" fmla="*/ 31109 h 66306"/>
              <a:gd name="connsiteX18" fmla="*/ 2149 w 44483"/>
              <a:gd name="connsiteY18" fmla="*/ 25410 h 66306"/>
              <a:gd name="connsiteX19" fmla="*/ 31 w 44483"/>
              <a:gd name="connsiteY19" fmla="*/ 19563 h 66306"/>
              <a:gd name="connsiteX20" fmla="*/ 3899 w 44483"/>
              <a:gd name="connsiteY20" fmla="*/ 14366 h 66306"/>
              <a:gd name="connsiteX21" fmla="*/ 3936 w 44483"/>
              <a:gd name="connsiteY21" fmla="*/ 14229 h 66306"/>
              <a:gd name="connsiteX0" fmla="*/ 1016030 w 3001003"/>
              <a:gd name="connsiteY0" fmla="*/ 2677805 h 2727161"/>
              <a:gd name="connsiteX1" fmla="*/ 966674 w 3001003"/>
              <a:gd name="connsiteY1" fmla="*/ 2727161 h 2727161"/>
              <a:gd name="connsiteX2" fmla="*/ 917318 w 3001003"/>
              <a:gd name="connsiteY2" fmla="*/ 2677805 h 2727161"/>
              <a:gd name="connsiteX3" fmla="*/ 966674 w 3001003"/>
              <a:gd name="connsiteY3" fmla="*/ 2628449 h 2727161"/>
              <a:gd name="connsiteX4" fmla="*/ 1016030 w 3001003"/>
              <a:gd name="connsiteY4" fmla="*/ 2677805 h 2727161"/>
              <a:gd name="connsiteX0" fmla="*/ 1140793 w 3001003"/>
              <a:gd name="connsiteY0" fmla="*/ 2403208 h 2727161"/>
              <a:gd name="connsiteX1" fmla="*/ 1042081 w 3001003"/>
              <a:gd name="connsiteY1" fmla="*/ 2501920 h 2727161"/>
              <a:gd name="connsiteX2" fmla="*/ 943369 w 3001003"/>
              <a:gd name="connsiteY2" fmla="*/ 2403208 h 2727161"/>
              <a:gd name="connsiteX3" fmla="*/ 1042081 w 3001003"/>
              <a:gd name="connsiteY3" fmla="*/ 2304496 h 2727161"/>
              <a:gd name="connsiteX4" fmla="*/ 1140793 w 3001003"/>
              <a:gd name="connsiteY4" fmla="*/ 2403208 h 2727161"/>
              <a:gd name="connsiteX0" fmla="*/ 1291696 w 3001003"/>
              <a:gd name="connsiteY0" fmla="*/ 2033424 h 2727161"/>
              <a:gd name="connsiteX1" fmla="*/ 1143628 w 3001003"/>
              <a:gd name="connsiteY1" fmla="*/ 2181492 h 2727161"/>
              <a:gd name="connsiteX2" fmla="*/ 995560 w 3001003"/>
              <a:gd name="connsiteY2" fmla="*/ 2033424 h 2727161"/>
              <a:gd name="connsiteX3" fmla="*/ 1143628 w 3001003"/>
              <a:gd name="connsiteY3" fmla="*/ 1885356 h 2727161"/>
              <a:gd name="connsiteX4" fmla="*/ 1291696 w 3001003"/>
              <a:gd name="connsiteY4" fmla="*/ 2033424 h 2727161"/>
              <a:gd name="connsiteX0" fmla="*/ 3825 w 44483"/>
              <a:gd name="connsiteY0" fmla="*/ 25851 h 66306"/>
              <a:gd name="connsiteX1" fmla="*/ 2196 w 44483"/>
              <a:gd name="connsiteY1" fmla="*/ 25239 h 66306"/>
              <a:gd name="connsiteX2" fmla="*/ 6964 w 44483"/>
              <a:gd name="connsiteY2" fmla="*/ 34758 h 66306"/>
              <a:gd name="connsiteX3" fmla="*/ 5856 w 44483"/>
              <a:gd name="connsiteY3" fmla="*/ 35139 h 66306"/>
              <a:gd name="connsiteX4" fmla="*/ 16514 w 44483"/>
              <a:gd name="connsiteY4" fmla="*/ 38949 h 66306"/>
              <a:gd name="connsiteX5" fmla="*/ 15846 w 44483"/>
              <a:gd name="connsiteY5" fmla="*/ 37209 h 66306"/>
              <a:gd name="connsiteX6" fmla="*/ 28863 w 44483"/>
              <a:gd name="connsiteY6" fmla="*/ 34610 h 66306"/>
              <a:gd name="connsiteX7" fmla="*/ 28596 w 44483"/>
              <a:gd name="connsiteY7" fmla="*/ 36519 h 66306"/>
              <a:gd name="connsiteX8" fmla="*/ 44444 w 44483"/>
              <a:gd name="connsiteY8" fmla="*/ 39671 h 66306"/>
              <a:gd name="connsiteX9" fmla="*/ 41820 w 44483"/>
              <a:gd name="connsiteY9" fmla="*/ 39767 h 66306"/>
              <a:gd name="connsiteX10" fmla="*/ 41834 w 44483"/>
              <a:gd name="connsiteY10" fmla="*/ 15213 h 66306"/>
              <a:gd name="connsiteX11" fmla="*/ 40386 w 44483"/>
              <a:gd name="connsiteY11" fmla="*/ 17889 h 66306"/>
              <a:gd name="connsiteX12" fmla="*/ 38360 w 44483"/>
              <a:gd name="connsiteY12" fmla="*/ 5285 h 66306"/>
              <a:gd name="connsiteX13" fmla="*/ 38436 w 44483"/>
              <a:gd name="connsiteY13" fmla="*/ 6549 h 66306"/>
              <a:gd name="connsiteX14" fmla="*/ 29114 w 44483"/>
              <a:gd name="connsiteY14" fmla="*/ 3811 h 66306"/>
              <a:gd name="connsiteX15" fmla="*/ 29856 w 44483"/>
              <a:gd name="connsiteY15" fmla="*/ 2199 h 66306"/>
              <a:gd name="connsiteX16" fmla="*/ 22177 w 44483"/>
              <a:gd name="connsiteY16" fmla="*/ 4579 h 66306"/>
              <a:gd name="connsiteX17" fmla="*/ 22536 w 44483"/>
              <a:gd name="connsiteY17" fmla="*/ 3189 h 66306"/>
              <a:gd name="connsiteX18" fmla="*/ 14036 w 44483"/>
              <a:gd name="connsiteY18" fmla="*/ 5051 h 66306"/>
              <a:gd name="connsiteX19" fmla="*/ 15336 w 44483"/>
              <a:gd name="connsiteY19" fmla="*/ 6399 h 66306"/>
              <a:gd name="connsiteX20" fmla="*/ 4163 w 44483"/>
              <a:gd name="connsiteY20" fmla="*/ 15648 h 66306"/>
              <a:gd name="connsiteX21" fmla="*/ 3936 w 44483"/>
              <a:gd name="connsiteY21" fmla="*/ 14229 h 66306"/>
              <a:gd name="connsiteX0" fmla="*/ 3936 w 44477"/>
              <a:gd name="connsiteY0" fmla="*/ 14229 h 66306"/>
              <a:gd name="connsiteX1" fmla="*/ 5659 w 44477"/>
              <a:gd name="connsiteY1" fmla="*/ 6766 h 66306"/>
              <a:gd name="connsiteX2" fmla="*/ 14041 w 44477"/>
              <a:gd name="connsiteY2" fmla="*/ 5061 h 66306"/>
              <a:gd name="connsiteX3" fmla="*/ 22492 w 44477"/>
              <a:gd name="connsiteY3" fmla="*/ 3291 h 66306"/>
              <a:gd name="connsiteX4" fmla="*/ 25785 w 44477"/>
              <a:gd name="connsiteY4" fmla="*/ 59 h 66306"/>
              <a:gd name="connsiteX5" fmla="*/ 29869 w 44477"/>
              <a:gd name="connsiteY5" fmla="*/ 2340 h 66306"/>
              <a:gd name="connsiteX6" fmla="*/ 35499 w 44477"/>
              <a:gd name="connsiteY6" fmla="*/ 549 h 66306"/>
              <a:gd name="connsiteX7" fmla="*/ 38354 w 44477"/>
              <a:gd name="connsiteY7" fmla="*/ 5435 h 66306"/>
              <a:gd name="connsiteX8" fmla="*/ 42018 w 44477"/>
              <a:gd name="connsiteY8" fmla="*/ 10177 h 66306"/>
              <a:gd name="connsiteX9" fmla="*/ 41854 w 44477"/>
              <a:gd name="connsiteY9" fmla="*/ 15319 h 66306"/>
              <a:gd name="connsiteX10" fmla="*/ 43052 w 44477"/>
              <a:gd name="connsiteY10" fmla="*/ 23181 h 66306"/>
              <a:gd name="connsiteX11" fmla="*/ 37440 w 44477"/>
              <a:gd name="connsiteY11" fmla="*/ 30063 h 66306"/>
              <a:gd name="connsiteX12" fmla="*/ 35431 w 44477"/>
              <a:gd name="connsiteY12" fmla="*/ 35960 h 66306"/>
              <a:gd name="connsiteX13" fmla="*/ 28591 w 44477"/>
              <a:gd name="connsiteY13" fmla="*/ 36674 h 66306"/>
              <a:gd name="connsiteX14" fmla="*/ 23703 w 44477"/>
              <a:gd name="connsiteY14" fmla="*/ 42965 h 66306"/>
              <a:gd name="connsiteX15" fmla="*/ 16516 w 44477"/>
              <a:gd name="connsiteY15" fmla="*/ 39125 h 66306"/>
              <a:gd name="connsiteX16" fmla="*/ 5840 w 44477"/>
              <a:gd name="connsiteY16" fmla="*/ 35331 h 66306"/>
              <a:gd name="connsiteX17" fmla="*/ 1146 w 44477"/>
              <a:gd name="connsiteY17" fmla="*/ 31109 h 66306"/>
              <a:gd name="connsiteX18" fmla="*/ 2149 w 44477"/>
              <a:gd name="connsiteY18" fmla="*/ 25410 h 66306"/>
              <a:gd name="connsiteX19" fmla="*/ 31 w 44477"/>
              <a:gd name="connsiteY19" fmla="*/ 19563 h 66306"/>
              <a:gd name="connsiteX20" fmla="*/ 3899 w 44477"/>
              <a:gd name="connsiteY20" fmla="*/ 14366 h 66306"/>
              <a:gd name="connsiteX21" fmla="*/ 3936 w 44477"/>
              <a:gd name="connsiteY21" fmla="*/ 14229 h 66306"/>
              <a:gd name="connsiteX0" fmla="*/ 1016030 w 3000598"/>
              <a:gd name="connsiteY0" fmla="*/ 2677805 h 2727161"/>
              <a:gd name="connsiteX1" fmla="*/ 966674 w 3000598"/>
              <a:gd name="connsiteY1" fmla="*/ 2727161 h 2727161"/>
              <a:gd name="connsiteX2" fmla="*/ 917318 w 3000598"/>
              <a:gd name="connsiteY2" fmla="*/ 2677805 h 2727161"/>
              <a:gd name="connsiteX3" fmla="*/ 966674 w 3000598"/>
              <a:gd name="connsiteY3" fmla="*/ 2628449 h 2727161"/>
              <a:gd name="connsiteX4" fmla="*/ 1016030 w 3000598"/>
              <a:gd name="connsiteY4" fmla="*/ 2677805 h 2727161"/>
              <a:gd name="connsiteX0" fmla="*/ 1140793 w 3000598"/>
              <a:gd name="connsiteY0" fmla="*/ 2403208 h 2727161"/>
              <a:gd name="connsiteX1" fmla="*/ 1042081 w 3000598"/>
              <a:gd name="connsiteY1" fmla="*/ 2501920 h 2727161"/>
              <a:gd name="connsiteX2" fmla="*/ 943369 w 3000598"/>
              <a:gd name="connsiteY2" fmla="*/ 2403208 h 2727161"/>
              <a:gd name="connsiteX3" fmla="*/ 1042081 w 3000598"/>
              <a:gd name="connsiteY3" fmla="*/ 2304496 h 2727161"/>
              <a:gd name="connsiteX4" fmla="*/ 1140793 w 3000598"/>
              <a:gd name="connsiteY4" fmla="*/ 2403208 h 2727161"/>
              <a:gd name="connsiteX0" fmla="*/ 1291696 w 3000598"/>
              <a:gd name="connsiteY0" fmla="*/ 2033424 h 2727161"/>
              <a:gd name="connsiteX1" fmla="*/ 1143628 w 3000598"/>
              <a:gd name="connsiteY1" fmla="*/ 2181492 h 2727161"/>
              <a:gd name="connsiteX2" fmla="*/ 995560 w 3000598"/>
              <a:gd name="connsiteY2" fmla="*/ 2033424 h 2727161"/>
              <a:gd name="connsiteX3" fmla="*/ 1143628 w 3000598"/>
              <a:gd name="connsiteY3" fmla="*/ 1885356 h 2727161"/>
              <a:gd name="connsiteX4" fmla="*/ 1291696 w 3000598"/>
              <a:gd name="connsiteY4" fmla="*/ 2033424 h 2727161"/>
              <a:gd name="connsiteX0" fmla="*/ 3825 w 44477"/>
              <a:gd name="connsiteY0" fmla="*/ 25851 h 66306"/>
              <a:gd name="connsiteX1" fmla="*/ 2196 w 44477"/>
              <a:gd name="connsiteY1" fmla="*/ 25239 h 66306"/>
              <a:gd name="connsiteX2" fmla="*/ 6964 w 44477"/>
              <a:gd name="connsiteY2" fmla="*/ 34758 h 66306"/>
              <a:gd name="connsiteX3" fmla="*/ 5856 w 44477"/>
              <a:gd name="connsiteY3" fmla="*/ 35139 h 66306"/>
              <a:gd name="connsiteX4" fmla="*/ 16514 w 44477"/>
              <a:gd name="connsiteY4" fmla="*/ 38949 h 66306"/>
              <a:gd name="connsiteX5" fmla="*/ 15846 w 44477"/>
              <a:gd name="connsiteY5" fmla="*/ 37209 h 66306"/>
              <a:gd name="connsiteX6" fmla="*/ 28863 w 44477"/>
              <a:gd name="connsiteY6" fmla="*/ 34610 h 66306"/>
              <a:gd name="connsiteX7" fmla="*/ 28596 w 44477"/>
              <a:gd name="connsiteY7" fmla="*/ 36519 h 66306"/>
              <a:gd name="connsiteX8" fmla="*/ 44444 w 44477"/>
              <a:gd name="connsiteY8" fmla="*/ 39671 h 66306"/>
              <a:gd name="connsiteX9" fmla="*/ 41481 w 44477"/>
              <a:gd name="connsiteY9" fmla="*/ 46992 h 66306"/>
              <a:gd name="connsiteX10" fmla="*/ 41834 w 44477"/>
              <a:gd name="connsiteY10" fmla="*/ 15213 h 66306"/>
              <a:gd name="connsiteX11" fmla="*/ 40386 w 44477"/>
              <a:gd name="connsiteY11" fmla="*/ 17889 h 66306"/>
              <a:gd name="connsiteX12" fmla="*/ 38360 w 44477"/>
              <a:gd name="connsiteY12" fmla="*/ 5285 h 66306"/>
              <a:gd name="connsiteX13" fmla="*/ 38436 w 44477"/>
              <a:gd name="connsiteY13" fmla="*/ 6549 h 66306"/>
              <a:gd name="connsiteX14" fmla="*/ 29114 w 44477"/>
              <a:gd name="connsiteY14" fmla="*/ 3811 h 66306"/>
              <a:gd name="connsiteX15" fmla="*/ 29856 w 44477"/>
              <a:gd name="connsiteY15" fmla="*/ 2199 h 66306"/>
              <a:gd name="connsiteX16" fmla="*/ 22177 w 44477"/>
              <a:gd name="connsiteY16" fmla="*/ 4579 h 66306"/>
              <a:gd name="connsiteX17" fmla="*/ 22536 w 44477"/>
              <a:gd name="connsiteY17" fmla="*/ 3189 h 66306"/>
              <a:gd name="connsiteX18" fmla="*/ 14036 w 44477"/>
              <a:gd name="connsiteY18" fmla="*/ 5051 h 66306"/>
              <a:gd name="connsiteX19" fmla="*/ 15336 w 44477"/>
              <a:gd name="connsiteY19" fmla="*/ 6399 h 66306"/>
              <a:gd name="connsiteX20" fmla="*/ 4163 w 44477"/>
              <a:gd name="connsiteY20" fmla="*/ 15648 h 66306"/>
              <a:gd name="connsiteX21" fmla="*/ 3936 w 44477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9474 w 43256"/>
              <a:gd name="connsiteY8" fmla="*/ 44303 h 66306"/>
              <a:gd name="connsiteX9" fmla="*/ 41481 w 43256"/>
              <a:gd name="connsiteY9" fmla="*/ 46992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9474 w 43256"/>
              <a:gd name="connsiteY8" fmla="*/ 44303 h 66306"/>
              <a:gd name="connsiteX9" fmla="*/ 41481 w 43256"/>
              <a:gd name="connsiteY9" fmla="*/ 46992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9474 w 43256"/>
              <a:gd name="connsiteY8" fmla="*/ 44303 h 66306"/>
              <a:gd name="connsiteX9" fmla="*/ 41481 w 43256"/>
              <a:gd name="connsiteY9" fmla="*/ 46992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39474 w 43256"/>
              <a:gd name="connsiteY8" fmla="*/ 44303 h 66306"/>
              <a:gd name="connsiteX9" fmla="*/ 41481 w 43256"/>
              <a:gd name="connsiteY9" fmla="*/ 46992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28179 w 43256"/>
              <a:gd name="connsiteY8" fmla="*/ 53196 h 66306"/>
              <a:gd name="connsiteX9" fmla="*/ 41481 w 43256"/>
              <a:gd name="connsiteY9" fmla="*/ 46992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28179 w 43256"/>
              <a:gd name="connsiteY8" fmla="*/ 53196 h 66306"/>
              <a:gd name="connsiteX9" fmla="*/ 41481 w 43256"/>
              <a:gd name="connsiteY9" fmla="*/ 46992 h 66306"/>
              <a:gd name="connsiteX10" fmla="*/ 41834 w 43256"/>
              <a:gd name="connsiteY10" fmla="*/ 15213 h 66306"/>
              <a:gd name="connsiteX11" fmla="*/ 40386 w 43256"/>
              <a:gd name="connsiteY11" fmla="*/ 17889 h 66306"/>
              <a:gd name="connsiteX12" fmla="*/ 38360 w 43256"/>
              <a:gd name="connsiteY12" fmla="*/ 5285 h 66306"/>
              <a:gd name="connsiteX13" fmla="*/ 38436 w 43256"/>
              <a:gd name="connsiteY13" fmla="*/ 6549 h 66306"/>
              <a:gd name="connsiteX14" fmla="*/ 29114 w 43256"/>
              <a:gd name="connsiteY14" fmla="*/ 3811 h 66306"/>
              <a:gd name="connsiteX15" fmla="*/ 29856 w 43256"/>
              <a:gd name="connsiteY15" fmla="*/ 2199 h 66306"/>
              <a:gd name="connsiteX16" fmla="*/ 22177 w 43256"/>
              <a:gd name="connsiteY16" fmla="*/ 4579 h 66306"/>
              <a:gd name="connsiteX17" fmla="*/ 22536 w 43256"/>
              <a:gd name="connsiteY17" fmla="*/ 3189 h 66306"/>
              <a:gd name="connsiteX18" fmla="*/ 14036 w 43256"/>
              <a:gd name="connsiteY18" fmla="*/ 5051 h 66306"/>
              <a:gd name="connsiteX19" fmla="*/ 15336 w 43256"/>
              <a:gd name="connsiteY19" fmla="*/ 6399 h 66306"/>
              <a:gd name="connsiteX20" fmla="*/ 4163 w 43256"/>
              <a:gd name="connsiteY20" fmla="*/ 15648 h 66306"/>
              <a:gd name="connsiteX21" fmla="*/ 3936 w 43256"/>
              <a:gd name="connsiteY21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28863 w 43256"/>
              <a:gd name="connsiteY6" fmla="*/ 34610 h 66306"/>
              <a:gd name="connsiteX7" fmla="*/ 28596 w 43256"/>
              <a:gd name="connsiteY7" fmla="*/ 36519 h 66306"/>
              <a:gd name="connsiteX8" fmla="*/ 41834 w 43256"/>
              <a:gd name="connsiteY8" fmla="*/ 15213 h 66306"/>
              <a:gd name="connsiteX9" fmla="*/ 40386 w 43256"/>
              <a:gd name="connsiteY9" fmla="*/ 17889 h 66306"/>
              <a:gd name="connsiteX10" fmla="*/ 38360 w 43256"/>
              <a:gd name="connsiteY10" fmla="*/ 5285 h 66306"/>
              <a:gd name="connsiteX11" fmla="*/ 38436 w 43256"/>
              <a:gd name="connsiteY11" fmla="*/ 6549 h 66306"/>
              <a:gd name="connsiteX12" fmla="*/ 29114 w 43256"/>
              <a:gd name="connsiteY12" fmla="*/ 3811 h 66306"/>
              <a:gd name="connsiteX13" fmla="*/ 29856 w 43256"/>
              <a:gd name="connsiteY13" fmla="*/ 2199 h 66306"/>
              <a:gd name="connsiteX14" fmla="*/ 22177 w 43256"/>
              <a:gd name="connsiteY14" fmla="*/ 4579 h 66306"/>
              <a:gd name="connsiteX15" fmla="*/ 22536 w 43256"/>
              <a:gd name="connsiteY15" fmla="*/ 3189 h 66306"/>
              <a:gd name="connsiteX16" fmla="*/ 14036 w 43256"/>
              <a:gd name="connsiteY16" fmla="*/ 5051 h 66306"/>
              <a:gd name="connsiteX17" fmla="*/ 15336 w 43256"/>
              <a:gd name="connsiteY17" fmla="*/ 6399 h 66306"/>
              <a:gd name="connsiteX18" fmla="*/ 4163 w 43256"/>
              <a:gd name="connsiteY18" fmla="*/ 15648 h 66306"/>
              <a:gd name="connsiteX19" fmla="*/ 3936 w 43256"/>
              <a:gd name="connsiteY19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31574 w 43256"/>
              <a:gd name="connsiteY6" fmla="*/ 41280 h 66306"/>
              <a:gd name="connsiteX7" fmla="*/ 28596 w 43256"/>
              <a:gd name="connsiteY7" fmla="*/ 36519 h 66306"/>
              <a:gd name="connsiteX8" fmla="*/ 41834 w 43256"/>
              <a:gd name="connsiteY8" fmla="*/ 15213 h 66306"/>
              <a:gd name="connsiteX9" fmla="*/ 40386 w 43256"/>
              <a:gd name="connsiteY9" fmla="*/ 17889 h 66306"/>
              <a:gd name="connsiteX10" fmla="*/ 38360 w 43256"/>
              <a:gd name="connsiteY10" fmla="*/ 5285 h 66306"/>
              <a:gd name="connsiteX11" fmla="*/ 38436 w 43256"/>
              <a:gd name="connsiteY11" fmla="*/ 6549 h 66306"/>
              <a:gd name="connsiteX12" fmla="*/ 29114 w 43256"/>
              <a:gd name="connsiteY12" fmla="*/ 3811 h 66306"/>
              <a:gd name="connsiteX13" fmla="*/ 29856 w 43256"/>
              <a:gd name="connsiteY13" fmla="*/ 2199 h 66306"/>
              <a:gd name="connsiteX14" fmla="*/ 22177 w 43256"/>
              <a:gd name="connsiteY14" fmla="*/ 4579 h 66306"/>
              <a:gd name="connsiteX15" fmla="*/ 22536 w 43256"/>
              <a:gd name="connsiteY15" fmla="*/ 3189 h 66306"/>
              <a:gd name="connsiteX16" fmla="*/ 14036 w 43256"/>
              <a:gd name="connsiteY16" fmla="*/ 5051 h 66306"/>
              <a:gd name="connsiteX17" fmla="*/ 15336 w 43256"/>
              <a:gd name="connsiteY17" fmla="*/ 6399 h 66306"/>
              <a:gd name="connsiteX18" fmla="*/ 4163 w 43256"/>
              <a:gd name="connsiteY18" fmla="*/ 15648 h 66306"/>
              <a:gd name="connsiteX19" fmla="*/ 3936 w 43256"/>
              <a:gd name="connsiteY19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31574 w 43256"/>
              <a:gd name="connsiteY6" fmla="*/ 41280 h 66306"/>
              <a:gd name="connsiteX7" fmla="*/ 29838 w 43256"/>
              <a:gd name="connsiteY7" fmla="*/ 43744 h 66306"/>
              <a:gd name="connsiteX8" fmla="*/ 41834 w 43256"/>
              <a:gd name="connsiteY8" fmla="*/ 15213 h 66306"/>
              <a:gd name="connsiteX9" fmla="*/ 40386 w 43256"/>
              <a:gd name="connsiteY9" fmla="*/ 17889 h 66306"/>
              <a:gd name="connsiteX10" fmla="*/ 38360 w 43256"/>
              <a:gd name="connsiteY10" fmla="*/ 5285 h 66306"/>
              <a:gd name="connsiteX11" fmla="*/ 38436 w 43256"/>
              <a:gd name="connsiteY11" fmla="*/ 6549 h 66306"/>
              <a:gd name="connsiteX12" fmla="*/ 29114 w 43256"/>
              <a:gd name="connsiteY12" fmla="*/ 3811 h 66306"/>
              <a:gd name="connsiteX13" fmla="*/ 29856 w 43256"/>
              <a:gd name="connsiteY13" fmla="*/ 2199 h 66306"/>
              <a:gd name="connsiteX14" fmla="*/ 22177 w 43256"/>
              <a:gd name="connsiteY14" fmla="*/ 4579 h 66306"/>
              <a:gd name="connsiteX15" fmla="*/ 22536 w 43256"/>
              <a:gd name="connsiteY15" fmla="*/ 3189 h 66306"/>
              <a:gd name="connsiteX16" fmla="*/ 14036 w 43256"/>
              <a:gd name="connsiteY16" fmla="*/ 5051 h 66306"/>
              <a:gd name="connsiteX17" fmla="*/ 15336 w 43256"/>
              <a:gd name="connsiteY17" fmla="*/ 6399 h 66306"/>
              <a:gd name="connsiteX18" fmla="*/ 4163 w 43256"/>
              <a:gd name="connsiteY18" fmla="*/ 15648 h 66306"/>
              <a:gd name="connsiteX19" fmla="*/ 3936 w 43256"/>
              <a:gd name="connsiteY19" fmla="*/ 14229 h 66306"/>
              <a:gd name="connsiteX0" fmla="*/ 3936 w 43256"/>
              <a:gd name="connsiteY0" fmla="*/ 14229 h 66306"/>
              <a:gd name="connsiteX1" fmla="*/ 5659 w 43256"/>
              <a:gd name="connsiteY1" fmla="*/ 6766 h 66306"/>
              <a:gd name="connsiteX2" fmla="*/ 14041 w 43256"/>
              <a:gd name="connsiteY2" fmla="*/ 5061 h 66306"/>
              <a:gd name="connsiteX3" fmla="*/ 22492 w 43256"/>
              <a:gd name="connsiteY3" fmla="*/ 3291 h 66306"/>
              <a:gd name="connsiteX4" fmla="*/ 25785 w 43256"/>
              <a:gd name="connsiteY4" fmla="*/ 59 h 66306"/>
              <a:gd name="connsiteX5" fmla="*/ 29869 w 43256"/>
              <a:gd name="connsiteY5" fmla="*/ 2340 h 66306"/>
              <a:gd name="connsiteX6" fmla="*/ 35499 w 43256"/>
              <a:gd name="connsiteY6" fmla="*/ 549 h 66306"/>
              <a:gd name="connsiteX7" fmla="*/ 38354 w 43256"/>
              <a:gd name="connsiteY7" fmla="*/ 5435 h 66306"/>
              <a:gd name="connsiteX8" fmla="*/ 42018 w 43256"/>
              <a:gd name="connsiteY8" fmla="*/ 10177 h 66306"/>
              <a:gd name="connsiteX9" fmla="*/ 41854 w 43256"/>
              <a:gd name="connsiteY9" fmla="*/ 15319 h 66306"/>
              <a:gd name="connsiteX10" fmla="*/ 43052 w 43256"/>
              <a:gd name="connsiteY10" fmla="*/ 23181 h 66306"/>
              <a:gd name="connsiteX11" fmla="*/ 37440 w 43256"/>
              <a:gd name="connsiteY11" fmla="*/ 30063 h 66306"/>
              <a:gd name="connsiteX12" fmla="*/ 35431 w 43256"/>
              <a:gd name="connsiteY12" fmla="*/ 35960 h 66306"/>
              <a:gd name="connsiteX13" fmla="*/ 28591 w 43256"/>
              <a:gd name="connsiteY13" fmla="*/ 36674 h 66306"/>
              <a:gd name="connsiteX14" fmla="*/ 23703 w 43256"/>
              <a:gd name="connsiteY14" fmla="*/ 42965 h 66306"/>
              <a:gd name="connsiteX15" fmla="*/ 16516 w 43256"/>
              <a:gd name="connsiteY15" fmla="*/ 39125 h 66306"/>
              <a:gd name="connsiteX16" fmla="*/ 5840 w 43256"/>
              <a:gd name="connsiteY16" fmla="*/ 35331 h 66306"/>
              <a:gd name="connsiteX17" fmla="*/ 1146 w 43256"/>
              <a:gd name="connsiteY17" fmla="*/ 31109 h 66306"/>
              <a:gd name="connsiteX18" fmla="*/ 2149 w 43256"/>
              <a:gd name="connsiteY18" fmla="*/ 25410 h 66306"/>
              <a:gd name="connsiteX19" fmla="*/ 31 w 43256"/>
              <a:gd name="connsiteY19" fmla="*/ 19563 h 66306"/>
              <a:gd name="connsiteX20" fmla="*/ 3899 w 43256"/>
              <a:gd name="connsiteY20" fmla="*/ 14366 h 66306"/>
              <a:gd name="connsiteX21" fmla="*/ 3936 w 43256"/>
              <a:gd name="connsiteY21" fmla="*/ 14229 h 66306"/>
              <a:gd name="connsiteX0" fmla="*/ 1016030 w 2918224"/>
              <a:gd name="connsiteY0" fmla="*/ 2677805 h 2727161"/>
              <a:gd name="connsiteX1" fmla="*/ 966674 w 2918224"/>
              <a:gd name="connsiteY1" fmla="*/ 2727161 h 2727161"/>
              <a:gd name="connsiteX2" fmla="*/ 917318 w 2918224"/>
              <a:gd name="connsiteY2" fmla="*/ 2677805 h 2727161"/>
              <a:gd name="connsiteX3" fmla="*/ 966674 w 2918224"/>
              <a:gd name="connsiteY3" fmla="*/ 2628449 h 2727161"/>
              <a:gd name="connsiteX4" fmla="*/ 1016030 w 2918224"/>
              <a:gd name="connsiteY4" fmla="*/ 2677805 h 2727161"/>
              <a:gd name="connsiteX0" fmla="*/ 1140793 w 2918224"/>
              <a:gd name="connsiteY0" fmla="*/ 2403208 h 2727161"/>
              <a:gd name="connsiteX1" fmla="*/ 1042081 w 2918224"/>
              <a:gd name="connsiteY1" fmla="*/ 2501920 h 2727161"/>
              <a:gd name="connsiteX2" fmla="*/ 943369 w 2918224"/>
              <a:gd name="connsiteY2" fmla="*/ 2403208 h 2727161"/>
              <a:gd name="connsiteX3" fmla="*/ 1042081 w 2918224"/>
              <a:gd name="connsiteY3" fmla="*/ 2304496 h 2727161"/>
              <a:gd name="connsiteX4" fmla="*/ 1140793 w 2918224"/>
              <a:gd name="connsiteY4" fmla="*/ 2403208 h 2727161"/>
              <a:gd name="connsiteX0" fmla="*/ 1291696 w 2918224"/>
              <a:gd name="connsiteY0" fmla="*/ 2033424 h 2727161"/>
              <a:gd name="connsiteX1" fmla="*/ 1143628 w 2918224"/>
              <a:gd name="connsiteY1" fmla="*/ 2181492 h 2727161"/>
              <a:gd name="connsiteX2" fmla="*/ 995560 w 2918224"/>
              <a:gd name="connsiteY2" fmla="*/ 2033424 h 2727161"/>
              <a:gd name="connsiteX3" fmla="*/ 1143628 w 2918224"/>
              <a:gd name="connsiteY3" fmla="*/ 1885356 h 2727161"/>
              <a:gd name="connsiteX4" fmla="*/ 1291696 w 2918224"/>
              <a:gd name="connsiteY4" fmla="*/ 2033424 h 2727161"/>
              <a:gd name="connsiteX0" fmla="*/ 3825 w 43256"/>
              <a:gd name="connsiteY0" fmla="*/ 25851 h 66306"/>
              <a:gd name="connsiteX1" fmla="*/ 2196 w 43256"/>
              <a:gd name="connsiteY1" fmla="*/ 25239 h 66306"/>
              <a:gd name="connsiteX2" fmla="*/ 6964 w 43256"/>
              <a:gd name="connsiteY2" fmla="*/ 34758 h 66306"/>
              <a:gd name="connsiteX3" fmla="*/ 5856 w 43256"/>
              <a:gd name="connsiteY3" fmla="*/ 35139 h 66306"/>
              <a:gd name="connsiteX4" fmla="*/ 16514 w 43256"/>
              <a:gd name="connsiteY4" fmla="*/ 38949 h 66306"/>
              <a:gd name="connsiteX5" fmla="*/ 15846 w 43256"/>
              <a:gd name="connsiteY5" fmla="*/ 37209 h 66306"/>
              <a:gd name="connsiteX6" fmla="*/ 41834 w 43256"/>
              <a:gd name="connsiteY6" fmla="*/ 15213 h 66306"/>
              <a:gd name="connsiteX7" fmla="*/ 40386 w 43256"/>
              <a:gd name="connsiteY7" fmla="*/ 17889 h 66306"/>
              <a:gd name="connsiteX8" fmla="*/ 38360 w 43256"/>
              <a:gd name="connsiteY8" fmla="*/ 5285 h 66306"/>
              <a:gd name="connsiteX9" fmla="*/ 38436 w 43256"/>
              <a:gd name="connsiteY9" fmla="*/ 6549 h 66306"/>
              <a:gd name="connsiteX10" fmla="*/ 29114 w 43256"/>
              <a:gd name="connsiteY10" fmla="*/ 3811 h 66306"/>
              <a:gd name="connsiteX11" fmla="*/ 29856 w 43256"/>
              <a:gd name="connsiteY11" fmla="*/ 2199 h 66306"/>
              <a:gd name="connsiteX12" fmla="*/ 22177 w 43256"/>
              <a:gd name="connsiteY12" fmla="*/ 4579 h 66306"/>
              <a:gd name="connsiteX13" fmla="*/ 22536 w 43256"/>
              <a:gd name="connsiteY13" fmla="*/ 3189 h 66306"/>
              <a:gd name="connsiteX14" fmla="*/ 14036 w 43256"/>
              <a:gd name="connsiteY14" fmla="*/ 5051 h 66306"/>
              <a:gd name="connsiteX15" fmla="*/ 15336 w 43256"/>
              <a:gd name="connsiteY15" fmla="*/ 6399 h 66306"/>
              <a:gd name="connsiteX16" fmla="*/ 4163 w 43256"/>
              <a:gd name="connsiteY16" fmla="*/ 15648 h 66306"/>
              <a:gd name="connsiteX17" fmla="*/ 3936 w 43256"/>
              <a:gd name="connsiteY17" fmla="*/ 14229 h 6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3256" h="66306">
                <a:moveTo>
                  <a:pt x="3936" y="14229"/>
                </a:moveTo>
                <a:cubicBezTo>
                  <a:pt x="3665" y="11516"/>
                  <a:pt x="4297" y="8780"/>
                  <a:pt x="5659" y="6766"/>
                </a:cubicBezTo>
                <a:cubicBezTo>
                  <a:pt x="7811" y="3585"/>
                  <a:pt x="11300" y="2876"/>
                  <a:pt x="14041" y="5061"/>
                </a:cubicBezTo>
                <a:cubicBezTo>
                  <a:pt x="15714" y="768"/>
                  <a:pt x="19950" y="-119"/>
                  <a:pt x="22492" y="3291"/>
                </a:cubicBezTo>
                <a:cubicBezTo>
                  <a:pt x="23133" y="1542"/>
                  <a:pt x="24364" y="333"/>
                  <a:pt x="25785" y="59"/>
                </a:cubicBezTo>
                <a:cubicBezTo>
                  <a:pt x="27349" y="-243"/>
                  <a:pt x="28911" y="629"/>
                  <a:pt x="29869" y="2340"/>
                </a:cubicBezTo>
                <a:cubicBezTo>
                  <a:pt x="31251" y="126"/>
                  <a:pt x="33537" y="-601"/>
                  <a:pt x="35499" y="549"/>
                </a:cubicBezTo>
                <a:cubicBezTo>
                  <a:pt x="36994" y="1425"/>
                  <a:pt x="38066" y="3259"/>
                  <a:pt x="38354" y="5435"/>
                </a:cubicBezTo>
                <a:cubicBezTo>
                  <a:pt x="40082" y="6077"/>
                  <a:pt x="41458" y="7857"/>
                  <a:pt x="42018" y="10177"/>
                </a:cubicBezTo>
                <a:cubicBezTo>
                  <a:pt x="42425" y="11861"/>
                  <a:pt x="42367" y="13690"/>
                  <a:pt x="41854" y="15319"/>
                </a:cubicBezTo>
                <a:cubicBezTo>
                  <a:pt x="43115" y="17553"/>
                  <a:pt x="43556" y="20449"/>
                  <a:pt x="43052" y="23181"/>
                </a:cubicBezTo>
                <a:cubicBezTo>
                  <a:pt x="42382" y="26813"/>
                  <a:pt x="40164" y="29533"/>
                  <a:pt x="37440" y="30063"/>
                </a:cubicBezTo>
                <a:cubicBezTo>
                  <a:pt x="37427" y="32330"/>
                  <a:pt x="36694" y="34480"/>
                  <a:pt x="35431" y="35960"/>
                </a:cubicBezTo>
                <a:cubicBezTo>
                  <a:pt x="33512" y="38209"/>
                  <a:pt x="30740" y="38498"/>
                  <a:pt x="28591" y="36674"/>
                </a:cubicBezTo>
                <a:cubicBezTo>
                  <a:pt x="27896" y="39807"/>
                  <a:pt x="26035" y="42202"/>
                  <a:pt x="23703" y="42965"/>
                </a:cubicBezTo>
                <a:cubicBezTo>
                  <a:pt x="20955" y="43864"/>
                  <a:pt x="18087" y="42332"/>
                  <a:pt x="16516" y="39125"/>
                </a:cubicBezTo>
                <a:cubicBezTo>
                  <a:pt x="12808" y="42169"/>
                  <a:pt x="7992" y="40458"/>
                  <a:pt x="5840" y="35331"/>
                </a:cubicBezTo>
                <a:cubicBezTo>
                  <a:pt x="3726" y="35668"/>
                  <a:pt x="1741" y="33883"/>
                  <a:pt x="1146" y="31109"/>
                </a:cubicBezTo>
                <a:cubicBezTo>
                  <a:pt x="715" y="29102"/>
                  <a:pt x="1096" y="26936"/>
                  <a:pt x="2149" y="25410"/>
                </a:cubicBezTo>
                <a:cubicBezTo>
                  <a:pt x="655" y="24213"/>
                  <a:pt x="-177" y="21916"/>
                  <a:pt x="31" y="19563"/>
                </a:cubicBezTo>
                <a:cubicBezTo>
                  <a:pt x="275" y="16808"/>
                  <a:pt x="1881" y="14650"/>
                  <a:pt x="3899" y="14366"/>
                </a:cubicBezTo>
                <a:cubicBezTo>
                  <a:pt x="3911" y="14320"/>
                  <a:pt x="3924" y="14275"/>
                  <a:pt x="3936" y="14229"/>
                </a:cubicBezTo>
                <a:close/>
              </a:path>
              <a:path w="2918224" h="2727161">
                <a:moveTo>
                  <a:pt x="1016030" y="2677805"/>
                </a:moveTo>
                <a:cubicBezTo>
                  <a:pt x="1016030" y="2705064"/>
                  <a:pt x="993933" y="2727161"/>
                  <a:pt x="966674" y="2727161"/>
                </a:cubicBezTo>
                <a:cubicBezTo>
                  <a:pt x="939415" y="2727161"/>
                  <a:pt x="917318" y="2705064"/>
                  <a:pt x="917318" y="2677805"/>
                </a:cubicBezTo>
                <a:cubicBezTo>
                  <a:pt x="917318" y="2650546"/>
                  <a:pt x="939415" y="2628449"/>
                  <a:pt x="966674" y="2628449"/>
                </a:cubicBezTo>
                <a:cubicBezTo>
                  <a:pt x="993933" y="2628449"/>
                  <a:pt x="1016030" y="2650546"/>
                  <a:pt x="1016030" y="2677805"/>
                </a:cubicBezTo>
                <a:close/>
              </a:path>
              <a:path w="2918224" h="2727161">
                <a:moveTo>
                  <a:pt x="1140793" y="2403208"/>
                </a:moveTo>
                <a:cubicBezTo>
                  <a:pt x="1140793" y="2457725"/>
                  <a:pt x="1096598" y="2501920"/>
                  <a:pt x="1042081" y="2501920"/>
                </a:cubicBezTo>
                <a:cubicBezTo>
                  <a:pt x="987564" y="2501920"/>
                  <a:pt x="943369" y="2457725"/>
                  <a:pt x="943369" y="2403208"/>
                </a:cubicBezTo>
                <a:cubicBezTo>
                  <a:pt x="943369" y="2348691"/>
                  <a:pt x="987564" y="2304496"/>
                  <a:pt x="1042081" y="2304496"/>
                </a:cubicBezTo>
                <a:cubicBezTo>
                  <a:pt x="1096598" y="2304496"/>
                  <a:pt x="1140793" y="2348691"/>
                  <a:pt x="1140793" y="2403208"/>
                </a:cubicBezTo>
                <a:close/>
              </a:path>
              <a:path w="2918224" h="2727161">
                <a:moveTo>
                  <a:pt x="1291696" y="2033424"/>
                </a:moveTo>
                <a:cubicBezTo>
                  <a:pt x="1291696" y="2115200"/>
                  <a:pt x="1225404" y="2181492"/>
                  <a:pt x="1143628" y="2181492"/>
                </a:cubicBezTo>
                <a:cubicBezTo>
                  <a:pt x="1061852" y="2181492"/>
                  <a:pt x="995560" y="2115200"/>
                  <a:pt x="995560" y="2033424"/>
                </a:cubicBezTo>
                <a:cubicBezTo>
                  <a:pt x="995560" y="1951648"/>
                  <a:pt x="1061852" y="1885356"/>
                  <a:pt x="1143628" y="1885356"/>
                </a:cubicBezTo>
                <a:cubicBezTo>
                  <a:pt x="1225404" y="1885356"/>
                  <a:pt x="1291696" y="1951648"/>
                  <a:pt x="1291696" y="2033424"/>
                </a:cubicBezTo>
                <a:close/>
              </a:path>
              <a:path w="43256" h="66306" fill="none" extrusionOk="0">
                <a:moveTo>
                  <a:pt x="3825" y="25851"/>
                </a:moveTo>
                <a:cubicBezTo>
                  <a:pt x="2941" y="25945"/>
                  <a:pt x="2961" y="25852"/>
                  <a:pt x="2196" y="25239"/>
                </a:cubicBezTo>
                <a:moveTo>
                  <a:pt x="6964" y="34758"/>
                </a:moveTo>
                <a:cubicBezTo>
                  <a:pt x="6609" y="34951"/>
                  <a:pt x="6236" y="35079"/>
                  <a:pt x="5856" y="35139"/>
                </a:cubicBezTo>
                <a:moveTo>
                  <a:pt x="16514" y="38949"/>
                </a:moveTo>
                <a:cubicBezTo>
                  <a:pt x="16247" y="38403"/>
                  <a:pt x="16023" y="37820"/>
                  <a:pt x="15846" y="37209"/>
                </a:cubicBezTo>
                <a:moveTo>
                  <a:pt x="41834" y="15213"/>
                </a:moveTo>
                <a:cubicBezTo>
                  <a:pt x="41509" y="16245"/>
                  <a:pt x="41014" y="17161"/>
                  <a:pt x="40386" y="17889"/>
                </a:cubicBezTo>
                <a:moveTo>
                  <a:pt x="38360" y="5285"/>
                </a:moveTo>
                <a:cubicBezTo>
                  <a:pt x="38415" y="5702"/>
                  <a:pt x="38441" y="6125"/>
                  <a:pt x="38436" y="6549"/>
                </a:cubicBezTo>
                <a:moveTo>
                  <a:pt x="29114" y="3811"/>
                </a:moveTo>
                <a:cubicBezTo>
                  <a:pt x="29303" y="3228"/>
                  <a:pt x="29552" y="2685"/>
                  <a:pt x="29856" y="2199"/>
                </a:cubicBezTo>
                <a:moveTo>
                  <a:pt x="22177" y="4579"/>
                </a:moveTo>
                <a:cubicBezTo>
                  <a:pt x="22254" y="4097"/>
                  <a:pt x="22375" y="3630"/>
                  <a:pt x="22536" y="3189"/>
                </a:cubicBezTo>
                <a:moveTo>
                  <a:pt x="14036" y="5051"/>
                </a:moveTo>
                <a:cubicBezTo>
                  <a:pt x="14508" y="5427"/>
                  <a:pt x="14944" y="5880"/>
                  <a:pt x="15336" y="6399"/>
                </a:cubicBezTo>
                <a:moveTo>
                  <a:pt x="4163" y="15648"/>
                </a:moveTo>
                <a:cubicBezTo>
                  <a:pt x="4060" y="15184"/>
                  <a:pt x="3984" y="14710"/>
                  <a:pt x="3936" y="14229"/>
                </a:cubicBezTo>
              </a:path>
            </a:pathLst>
          </a:cu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D5A26CF-332F-4E26-9E9B-7D27AAE0206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373108"/>
            <a:ext cx="1580447" cy="1083343"/>
          </a:xfrm>
          <a:prstGeom prst="rect">
            <a:avLst/>
          </a:prstGeom>
          <a:effectLst/>
        </p:spPr>
      </p:pic>
      <p:pic>
        <p:nvPicPr>
          <p:cNvPr id="25" name="Picture 6" descr="Tails Miles Prower Running Sticker - Tails Miles Prower Running Sonic Stickers">
            <a:extLst>
              <a:ext uri="{FF2B5EF4-FFF2-40B4-BE49-F238E27FC236}">
                <a16:creationId xmlns:a16="http://schemas.microsoft.com/office/drawing/2014/main" id="{3D09CA7B-1BF9-4260-B2DE-88FE7635119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0800" y="7810500"/>
            <a:ext cx="2362200" cy="1920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Audio de WhatsApp 2025-10-27 a las 16.25.37_00b85593">
            <a:hlinkClick r:id="" action="ppaction://media"/>
            <a:extLst>
              <a:ext uri="{FF2B5EF4-FFF2-40B4-BE49-F238E27FC236}">
                <a16:creationId xmlns:a16="http://schemas.microsoft.com/office/drawing/2014/main" id="{A3478C5D-AB7C-4A3D-920B-C078963986B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5400" end="86568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901106" y="4535161"/>
            <a:ext cx="608339" cy="608339"/>
          </a:xfrm>
          <a:prstGeom prst="rect">
            <a:avLst/>
          </a:prstGeom>
        </p:spPr>
      </p:pic>
      <p:pic>
        <p:nvPicPr>
          <p:cNvPr id="12" name="Audio de WhatsApp 2023-06-11 a las 15.32.13">
            <a:hlinkClick r:id="" action="ppaction://media"/>
            <a:extLst>
              <a:ext uri="{FF2B5EF4-FFF2-40B4-BE49-F238E27FC236}">
                <a16:creationId xmlns:a16="http://schemas.microsoft.com/office/drawing/2014/main" id="{935948BA-1549-4577-B982-384E83D34A7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901106" y="2161703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83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3.45679E-6 L 0.7901 -3.45679E-6 " pathEditMode="relative" rAng="0" ptsTypes="AA">
                                      <p:cBhvr>
                                        <p:cTn id="31" dur="6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66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760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66667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19" grpId="0"/>
      <p:bldP spid="20" grpId="0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solidFill>
              <a:srgbClr val="65FF77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BO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/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9681431B-1723-499E-829E-A71410806EA5}"/>
              </a:ext>
            </a:extLst>
          </p:cNvPr>
          <p:cNvSpPr txBox="1"/>
          <p:nvPr/>
        </p:nvSpPr>
        <p:spPr>
          <a:xfrm>
            <a:off x="533400" y="571500"/>
            <a:ext cx="13411200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3. Planteamiento del problema: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E1838BF5-1A10-4697-8DFE-78048E982C87}"/>
              </a:ext>
            </a:extLst>
          </p:cNvPr>
          <p:cNvSpPr txBox="1"/>
          <p:nvPr/>
        </p:nvSpPr>
        <p:spPr>
          <a:xfrm>
            <a:off x="664339" y="2025809"/>
            <a:ext cx="11146661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Problema: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La falta de juegos educativos adaptados para niños con autismo y síndrome de Down puede limitar sus oportunidades de aprendizaje, comunicación, socialización e inclusión educativa.</a:t>
            </a:r>
          </a:p>
          <a:p>
            <a:pPr marL="514350" indent="-514350">
              <a:buFont typeface="+mj-lt"/>
              <a:buAutoNum type="alphaLcParenR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Pregunta del proyecto: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¿Cómo influye el uso de juegos educativos adaptados en el desarrollo social y afectivo de los niños con síndrome de Down y autismo?</a:t>
            </a:r>
          </a:p>
          <a:p>
            <a:pPr marL="514350" indent="-514350">
              <a:buFont typeface="+mj-lt"/>
              <a:buAutoNum type="alphaLcParenR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Propuesta de solución: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El proyecto DOWNTISM propone una página web con juegos educativos interactivos que buscan estimular la atención, la memoria, el razonamiento y otras habilidades, ofreciendo un recurso complementario para apoyar el aprendizaje y la inclusión de los niños.</a:t>
            </a:r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342FA835-4B86-432D-9640-617AB82A367D}"/>
              </a:ext>
            </a:extLst>
          </p:cNvPr>
          <p:cNvSpPr/>
          <p:nvPr/>
        </p:nvSpPr>
        <p:spPr>
          <a:xfrm rot="16200000">
            <a:off x="13419383" y="2168924"/>
            <a:ext cx="2505570" cy="4897892"/>
          </a:xfrm>
          <a:custGeom>
            <a:avLst/>
            <a:gdLst/>
            <a:ahLst/>
            <a:cxnLst/>
            <a:rect l="l" t="t" r="r" b="b"/>
            <a:pathLst>
              <a:path w="1167885" h="2282983">
                <a:moveTo>
                  <a:pt x="0" y="0"/>
                </a:moveTo>
                <a:lnTo>
                  <a:pt x="1167884" y="0"/>
                </a:lnTo>
                <a:lnTo>
                  <a:pt x="1167884" y="2282983"/>
                </a:lnTo>
                <a:lnTo>
                  <a:pt x="0" y="2282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38">
            <a:extLst>
              <a:ext uri="{FF2B5EF4-FFF2-40B4-BE49-F238E27FC236}">
                <a16:creationId xmlns:a16="http://schemas.microsoft.com/office/drawing/2014/main" id="{75ADAD0C-607E-4859-A47D-7A80C45A4A09}"/>
              </a:ext>
            </a:extLst>
          </p:cNvPr>
          <p:cNvSpPr/>
          <p:nvPr/>
        </p:nvSpPr>
        <p:spPr>
          <a:xfrm rot="1848835">
            <a:off x="15208929" y="1387042"/>
            <a:ext cx="1102183" cy="1669974"/>
          </a:xfrm>
          <a:custGeom>
            <a:avLst/>
            <a:gdLst/>
            <a:ahLst/>
            <a:cxnLst/>
            <a:rect l="l" t="t" r="r" b="b"/>
            <a:pathLst>
              <a:path w="680365" h="1030856">
                <a:moveTo>
                  <a:pt x="0" y="0"/>
                </a:moveTo>
                <a:lnTo>
                  <a:pt x="680364" y="0"/>
                </a:lnTo>
                <a:lnTo>
                  <a:pt x="680364" y="1030856"/>
                </a:lnTo>
                <a:lnTo>
                  <a:pt x="0" y="103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2" descr="Retro Sonic Knuckles Sticker - Retro Sonic Knuckles Running - Discover &amp;  Share GIFs">
            <a:extLst>
              <a:ext uri="{FF2B5EF4-FFF2-40B4-BE49-F238E27FC236}">
                <a16:creationId xmlns:a16="http://schemas.microsoft.com/office/drawing/2014/main" id="{D8F07D88-3395-4CE2-B8E0-EFE541AD1F4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70279" y="7378890"/>
            <a:ext cx="1917879" cy="209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Audio de WhatsApp 2025-10-27 a las 16.25.50_0c7b04a3">
            <a:hlinkClick r:id="" action="ppaction://media"/>
            <a:extLst>
              <a:ext uri="{FF2B5EF4-FFF2-40B4-BE49-F238E27FC236}">
                <a16:creationId xmlns:a16="http://schemas.microsoft.com/office/drawing/2014/main" id="{998308B4-88D4-478A-954B-FDB2028D23F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274" end="249696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141077" y="4008269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19753E-6 L 0.80972 -0.00463 " pathEditMode="relative" rAng="0" ptsTypes="AA">
                                      <p:cBhvr>
                                        <p:cTn id="26" dur="6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86" y="-23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932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2424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F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solidFill>
              <a:srgbClr val="55A8D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BO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/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9681431B-1723-499E-829E-A71410806EA5}"/>
              </a:ext>
            </a:extLst>
          </p:cNvPr>
          <p:cNvSpPr txBox="1"/>
          <p:nvPr/>
        </p:nvSpPr>
        <p:spPr>
          <a:xfrm>
            <a:off x="533400" y="571500"/>
            <a:ext cx="8458200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4. Objetivos: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E1838BF5-1A10-4697-8DFE-78048E982C87}"/>
              </a:ext>
            </a:extLst>
          </p:cNvPr>
          <p:cNvSpPr txBox="1"/>
          <p:nvPr/>
        </p:nvSpPr>
        <p:spPr>
          <a:xfrm>
            <a:off x="664339" y="2025809"/>
            <a:ext cx="11680061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Objetivo general: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Desarrollar e implementar juegos educativos en una página web para niños con autismo y síndrome de Down, diseñados según sus características y necesidades, con el fin de favorecer su desarrollo social, comunicativo y educativo.</a:t>
            </a:r>
          </a:p>
          <a:p>
            <a:pPr marL="514350" indent="-514350">
              <a:buFont typeface="+mj-lt"/>
              <a:buAutoNum type="alphaLcParenR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Objetivos específicos: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Reconocer las principales necesidades de aprendizaje de los niños con autismo y síndrome de Down.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Crear juegos didácticos adaptados que fortalezcan sus habilidades sociales y educativas.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Promover la utilización de los juegos en la escuela y en el hogar.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Revisar los resultados obtenidos y considerar las opiniones de padres y docentes para valorar la utilidad de la propuesta.</a:t>
            </a:r>
          </a:p>
        </p:txBody>
      </p:sp>
      <p:sp>
        <p:nvSpPr>
          <p:cNvPr id="8" name="Freeform 44">
            <a:extLst>
              <a:ext uri="{FF2B5EF4-FFF2-40B4-BE49-F238E27FC236}">
                <a16:creationId xmlns:a16="http://schemas.microsoft.com/office/drawing/2014/main" id="{47AD599E-701A-4AF6-90AE-D748C7A05CA7}"/>
              </a:ext>
            </a:extLst>
          </p:cNvPr>
          <p:cNvSpPr/>
          <p:nvPr/>
        </p:nvSpPr>
        <p:spPr>
          <a:xfrm rot="16200000">
            <a:off x="13640047" y="2002913"/>
            <a:ext cx="3100189" cy="4199763"/>
          </a:xfrm>
          <a:custGeom>
            <a:avLst/>
            <a:gdLst/>
            <a:ahLst/>
            <a:cxnLst/>
            <a:rect l="l" t="t" r="r" b="b"/>
            <a:pathLst>
              <a:path w="1080860" h="1464219">
                <a:moveTo>
                  <a:pt x="0" y="0"/>
                </a:moveTo>
                <a:lnTo>
                  <a:pt x="1080860" y="0"/>
                </a:lnTo>
                <a:lnTo>
                  <a:pt x="1080860" y="1464219"/>
                </a:lnTo>
                <a:lnTo>
                  <a:pt x="0" y="14642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4" descr="Amy running gif by foxeygamer87sonic on DeviantArt">
            <a:extLst>
              <a:ext uri="{FF2B5EF4-FFF2-40B4-BE49-F238E27FC236}">
                <a16:creationId xmlns:a16="http://schemas.microsoft.com/office/drawing/2014/main" id="{58D2FF8B-EE84-4C68-BEB4-17182B33564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44507" y="6842612"/>
            <a:ext cx="2659452" cy="319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udio de WhatsApp 2025-10-27 a las 21.17.06_823054b4">
            <a:hlinkClick r:id="" action="ppaction://media"/>
            <a:extLst>
              <a:ext uri="{FF2B5EF4-FFF2-40B4-BE49-F238E27FC236}">
                <a16:creationId xmlns:a16="http://schemas.microsoft.com/office/drawing/2014/main" id="{6A5B14EA-885E-49F7-8D70-2110E01A4DE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89200" end="213163.1875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35213" y="409814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389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95062E-6 L 0.79584 3.95062E-6 " pathEditMode="relative" rAng="0" ptsTypes="AA">
                                      <p:cBhvr>
                                        <p:cTn id="23" dur="6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92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98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9394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F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2000" y="2025809"/>
            <a:ext cx="998220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El proyecto DOWNTISM surge de la necesidad de contar con herramientas educativas inclusivas que faciliten el aprendizaje de los niños con autismo y síndrome de Down.</a:t>
            </a:r>
          </a:p>
          <a:p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Los juegos digitales permiten presentar actividades de manera visual, dinámica y entretenida. Además, ofrecen a padres y docentes un recurso complementario para estimular habilidades, fomentar la participación y fortalecer la inclusión educativa y social.</a:t>
            </a:r>
            <a:endParaRPr lang="es-BO" sz="32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24285" y="571500"/>
            <a:ext cx="16925515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5. Justificación: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pic>
        <p:nvPicPr>
          <p:cNvPr id="4098" name="Picture 2" descr="Sonic Holding Asus TUF A15 Ryzen 7 Laptop Render! by SonicOnBox on  DeviantArt">
            <a:extLst>
              <a:ext uri="{FF2B5EF4-FFF2-40B4-BE49-F238E27FC236}">
                <a16:creationId xmlns:a16="http://schemas.microsoft.com/office/drawing/2014/main" id="{B68CAA8C-E1DA-4BB2-AE55-5A97485D0D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1" t="6859" r="4109" b="6833"/>
          <a:stretch/>
        </p:blipFill>
        <p:spPr bwMode="auto">
          <a:xfrm flipH="1">
            <a:off x="11515467" y="697321"/>
            <a:ext cx="5738517" cy="610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Shadow the Hedgehog running gif | Sonic the Hedgehog! Amino">
            <a:extLst>
              <a:ext uri="{FF2B5EF4-FFF2-40B4-BE49-F238E27FC236}">
                <a16:creationId xmlns:a16="http://schemas.microsoft.com/office/drawing/2014/main" id="{7EF81622-DFF2-4DE1-B2FD-397D0854190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16011" y="6580895"/>
            <a:ext cx="4478011" cy="3134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Audio de WhatsApp 2025-10-27 a las 21.17.05_39148db3">
            <a:hlinkClick r:id="" action="ppaction://media"/>
            <a:extLst>
              <a:ext uri="{FF2B5EF4-FFF2-40B4-BE49-F238E27FC236}">
                <a16:creationId xmlns:a16="http://schemas.microsoft.com/office/drawing/2014/main" id="{06B05ECB-2C9D-4DC1-AD94-F9D6A414CFC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80200" end="141997.062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023259" y="3999481"/>
            <a:ext cx="609600" cy="609600"/>
          </a:xfrm>
          <a:prstGeom prst="rect">
            <a:avLst/>
          </a:prstGeom>
        </p:spPr>
      </p:pic>
      <p:pic>
        <p:nvPicPr>
          <p:cNvPr id="13" name="Audio de WhatsApp 2023-06-11 a las 15.32.13">
            <a:hlinkClick r:id="" action="ppaction://media"/>
            <a:extLst>
              <a:ext uri="{FF2B5EF4-FFF2-40B4-BE49-F238E27FC236}">
                <a16:creationId xmlns:a16="http://schemas.microsoft.com/office/drawing/2014/main" id="{0AB5B2DC-A999-4327-AEDA-B47EF372350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023259" y="172100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520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83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69136E-6 L 0.81337 4.69136E-6 " pathEditMode="relative" rAng="0" ptsTypes="AA">
                                      <p:cBhvr>
                                        <p:cTn id="25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668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93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4848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66667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6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8911E937-5B5E-44CD-A795-864DBBAB4D39}"/>
              </a:ext>
            </a:extLst>
          </p:cNvPr>
          <p:cNvSpPr txBox="1"/>
          <p:nvPr/>
        </p:nvSpPr>
        <p:spPr>
          <a:xfrm>
            <a:off x="533401" y="571500"/>
            <a:ext cx="7162800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6. Marco teórico: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E11F6B78-6B84-44D0-B18A-0F05BDD604DB}"/>
              </a:ext>
            </a:extLst>
          </p:cNvPr>
          <p:cNvSpPr txBox="1"/>
          <p:nvPr/>
        </p:nvSpPr>
        <p:spPr>
          <a:xfrm>
            <a:off x="664340" y="2025809"/>
            <a:ext cx="11603860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Educación inclusiva: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busca que todos los niños tengan oportunidades de aprender y participar, respetando sus diferencias y necesidades.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Autismo: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es una condición del neurodesarrollo que puede influir en la comunicación, la interacción social y la forma de procesar los estímulos.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Síndrome de Down: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es una condición genética asociada a la presencia de material adicional del cromosoma 21, que puede influir en el desarrollo y el aprendizaje.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Juegos educativos: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son actividades que permiten adquirir conocimientos y desarrollar habilidades mientras los niños se divierten.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Tecnología educativa: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utiliza herramientas digitales para crear nuevas experiencias de enseñanza y aprendizaje.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73B3182-A96C-4F65-894B-5B9670A5E5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721" b="97449" l="4048" r="98201">
                        <a14:foregroundMark x1="20390" y1="64456" x2="7346" y2="51020"/>
                        <a14:foregroundMark x1="7213" y1="41667" x2="7206" y2="41156"/>
                        <a14:foregroundMark x1="7346" y1="51020" x2="7213" y2="41667"/>
                        <a14:foregroundMark x1="15592" y1="73469" x2="4198" y2="69218"/>
                        <a14:foregroundMark x1="4198" y1="69218" x2="4048" y2="68878"/>
                        <a14:foregroundMark x1="13493" y1="83673" x2="19040" y2="98129"/>
                        <a14:foregroundMark x1="56822" y1="85714" x2="68516" y2="85204"/>
                        <a14:foregroundMark x1="68516" y1="85204" x2="63868" y2="87755"/>
                        <a14:foregroundMark x1="74813" y1="89796" x2="57121" y2="82313"/>
                        <a14:foregroundMark x1="57121" y1="82313" x2="45427" y2="89116"/>
                        <a14:foregroundMark x1="67316" y1="88776" x2="68816" y2="89966"/>
                        <a14:foregroundMark x1="79460" y1="48980" x2="89805" y2="52381"/>
                        <a14:foregroundMark x1="85976" y1="57726" x2="92054" y2="52891"/>
                        <a14:foregroundMark x1="80510" y1="62075" x2="84320" y2="59044"/>
                        <a14:foregroundMark x1="92054" y1="52891" x2="94453" y2="52551"/>
                        <a14:foregroundMark x1="71214" y1="11905" x2="70315" y2="7653"/>
                        <a14:foregroundMark x1="42429" y1="7653" x2="42429" y2="7653"/>
                        <a14:foregroundMark x1="94603" y1="27721" x2="94603" y2="27721"/>
                        <a14:foregroundMark x1="71214" y1="2891" x2="71214" y2="2891"/>
                        <a14:foregroundMark x1="19040" y1="53231" x2="19865" y2="52907"/>
                        <a14:foregroundMark x1="35109" y1="48012" x2="44228" y2="40816"/>
                        <a14:foregroundMark x1="44228" y1="40816" x2="44228" y2="40646"/>
                        <a14:foregroundMark x1="34905" y1="47868" x2="41079" y2="42177"/>
                        <a14:foregroundMark x1="40930" y1="42177" x2="34333" y2="50000"/>
                        <a14:foregroundMark x1="43004" y1="40476" x2="43778" y2="39626"/>
                        <a14:foregroundMark x1="34333" y1="50000" x2="43004" y2="40476"/>
                        <a14:foregroundMark x1="35832" y1="46429" x2="38831" y2="43537"/>
                        <a14:foregroundMark x1="39596" y1="42959" x2="40180" y2="42517"/>
                        <a14:foregroundMark x1="30885" y1="29082" x2="41529" y2="36735"/>
                        <a14:foregroundMark x1="41529" y1="36735" x2="44828" y2="37755"/>
                        <a14:foregroundMark x1="37181" y1="35884" x2="31034" y2="30782"/>
                        <a14:foregroundMark x1="42218" y1="38873" x2="46027" y2="41327"/>
                        <a14:foregroundMark x1="33883" y1="33503" x2="40919" y2="38036"/>
                        <a14:foregroundMark x1="39792" y1="38229" x2="34033" y2="34524"/>
                        <a14:foregroundMark x1="43285" y1="40476" x2="41801" y2="39521"/>
                        <a14:foregroundMark x1="44078" y1="40986" x2="43285" y2="40476"/>
                        <a14:foregroundMark x1="35532" y1="47449" x2="37331" y2="45748"/>
                        <a14:foregroundMark x1="34933" y1="46769" x2="35082" y2="46599"/>
                        <a14:foregroundMark x1="18441" y1="54082" x2="36432" y2="48299"/>
                        <a14:foregroundMark x1="75930" y1="29533" x2="75862" y2="28401"/>
                        <a14:foregroundMark x1="76128" y1="32823" x2="75941" y2="29709"/>
                        <a14:foregroundMark x1="76312" y1="35884" x2="76128" y2="32823"/>
                        <a14:foregroundMark x1="79902" y1="33294" x2="88156" y2="32653"/>
                        <a14:foregroundMark x1="77211" y1="33503" x2="78034" y2="33439"/>
                        <a14:foregroundMark x1="85157" y1="33333" x2="89205" y2="31633"/>
                        <a14:foregroundMark x1="89205" y1="31633" x2="84506" y2="32145"/>
                        <a14:foregroundMark x1="86989" y1="68830" x2="85307" y2="63265"/>
                        <a14:foregroundMark x1="87250" y1="68707" x2="83208" y2="59864"/>
                        <a14:foregroundMark x1="87406" y1="69048" x2="87250" y2="68707"/>
                        <a14:foregroundMark x1="87106" y1="67177" x2="83658" y2="60374"/>
                        <a14:foregroundMark x1="83658" y1="60374" x2="86807" y2="65476"/>
                        <a14:foregroundMark x1="40030" y1="39116" x2="41529" y2="39286"/>
                        <a14:foregroundMark x1="34783" y1="47279" x2="33883" y2="49660"/>
                        <a14:foregroundMark x1="85307" y1="32823" x2="80660" y2="32313"/>
                        <a14:foregroundMark x1="80660" y1="32313" x2="79610" y2="32653"/>
                        <a14:foregroundMark x1="80510" y1="32483" x2="84258" y2="33163"/>
                        <a14:foregroundMark x1="81259" y1="32313" x2="83658" y2="32143"/>
                        <a14:foregroundMark x1="83658" y1="32143" x2="81409" y2="31973"/>
                        <a14:foregroundMark x1="81409" y1="31973" x2="80360" y2="32313"/>
                        <a14:foregroundMark x1="78111" y1="34014" x2="78861" y2="32993"/>
                        <a14:foregroundMark x1="78861" y1="32993" x2="78561" y2="32483"/>
                        <a14:foregroundMark x1="12894" y1="87755" x2="8846" y2="84864"/>
                        <a14:foregroundMark x1="35682" y1="87755" x2="34183" y2="89286"/>
                        <a14:foregroundMark x1="37931" y1="89966" x2="38681" y2="87415"/>
                        <a14:foregroundMark x1="79760" y1="88946" x2="79760" y2="88946"/>
                        <a14:foregroundMark x1="80810" y1="89626" x2="80810" y2="89626"/>
                        <a14:foregroundMark x1="79310" y1="90136" x2="79310" y2="90136"/>
                        <a14:foregroundMark x1="20690" y1="52551" x2="20690" y2="52551"/>
                        <a14:foregroundMark x1="21289" y1="52381" x2="21289" y2="52381"/>
                        <a14:foregroundMark x1="21889" y1="52041" x2="21889" y2="52041"/>
                        <a14:foregroundMark x1="22339" y1="51871" x2="22339" y2="51871"/>
                        <a14:foregroundMark x1="22939" y1="51531" x2="22939" y2="51531"/>
                        <a14:foregroundMark x1="23388" y1="51361" x2="23388" y2="51361"/>
                        <a14:foregroundMark x1="23688" y1="51361" x2="23688" y2="51361"/>
                        <a14:foregroundMark x1="24138" y1="51190" x2="24138" y2="51190"/>
                        <a14:foregroundMark x1="24888" y1="50850" x2="24888" y2="50850"/>
                        <a14:foregroundMark x1="25487" y1="50680" x2="25487" y2="50680"/>
                        <a14:foregroundMark x1="26087" y1="50510" x2="26087" y2="50510"/>
                        <a14:foregroundMark x1="26537" y1="50510" x2="26537" y2="50510"/>
                        <a14:foregroundMark x1="27136" y1="50170" x2="27136" y2="50170"/>
                        <a14:foregroundMark x1="27736" y1="50170" x2="27736" y2="50170"/>
                        <a14:foregroundMark x1="28336" y1="50000" x2="28336" y2="50000"/>
                        <a14:foregroundMark x1="28936" y1="49830" x2="28936" y2="49830"/>
                        <a14:foregroundMark x1="29385" y1="49830" x2="29385" y2="49830"/>
                        <a14:foregroundMark x1="29835" y1="49660" x2="29835" y2="49660"/>
                        <a14:foregroundMark x1="30735" y1="49490" x2="30735" y2="49490"/>
                        <a14:foregroundMark x1="31934" y1="48980" x2="31934" y2="48980"/>
                        <a14:foregroundMark x1="29985" y1="49660" x2="29985" y2="49660"/>
                        <a14:foregroundMark x1="30435" y1="49320" x2="30435" y2="49320"/>
                        <a14:foregroundMark x1="32534" y1="48980" x2="32534" y2="48980"/>
                        <a14:foregroundMark x1="31184" y1="49320" x2="31184" y2="49320"/>
                        <a14:foregroundMark x1="7496" y1="40476" x2="7496" y2="40476"/>
                        <a14:foregroundMark x1="5697" y1="42687" x2="5697" y2="42687"/>
                        <a14:foregroundMark x1="7946" y1="40306" x2="7946" y2="40306"/>
                        <a14:foregroundMark x1="8696" y1="40986" x2="8696" y2="40986"/>
                        <a14:foregroundMark x1="9745" y1="42007" x2="9745" y2="42007"/>
                        <a14:foregroundMark x1="11394" y1="44048" x2="11394" y2="44048"/>
                        <a14:foregroundMark x1="12744" y1="45918" x2="12744" y2="45918"/>
                        <a14:foregroundMark x1="13943" y1="47789" x2="13943" y2="47789"/>
                        <a14:foregroundMark x1="14993" y1="49490" x2="14993" y2="49490"/>
                        <a14:foregroundMark x1="14393" y1="48980" x2="14393" y2="48980"/>
                        <a14:foregroundMark x1="15292" y1="50680" x2="15292" y2="50680"/>
                        <a14:foregroundMark x1="98201" y1="49830" x2="98201" y2="49830"/>
                        <a14:foregroundMark x1="85307" y1="58333" x2="85307" y2="58333"/>
                        <a14:foregroundMark x1="6297" y1="81803" x2="6297" y2="81803"/>
                        <a14:foregroundMark x1="7346" y1="85204" x2="7346" y2="85204"/>
                        <a14:foregroundMark x1="8396" y1="87245" x2="8396" y2="87245"/>
                        <a14:foregroundMark x1="6747" y1="83673" x2="6747" y2="83673"/>
                        <a14:foregroundMark x1="6297" y1="81122" x2="6297" y2="81122"/>
                        <a14:foregroundMark x1="5997" y1="79932" x2="5997" y2="79932"/>
                        <a14:backgroundMark x1="18591" y1="33844" x2="24738" y2="39796"/>
                        <a14:backgroundMark x1="34933" y1="41156" x2="34933" y2="41156"/>
                        <a14:backgroundMark x1="35832" y1="41156" x2="35832" y2="41156"/>
                        <a14:backgroundMark x1="84108" y1="29082" x2="84108" y2="29082"/>
                        <a14:backgroundMark x1="36132" y1="40476" x2="36132" y2="40476"/>
                        <a14:backgroundMark x1="36282" y1="40646" x2="36282" y2="40646"/>
                        <a14:backgroundMark x1="6897" y1="41156" x2="6897" y2="41156"/>
                        <a14:backgroundMark x1="7046" y1="40306" x2="7046" y2="41156"/>
                        <a14:backgroundMark x1="6897" y1="41667" x2="6897" y2="41667"/>
                        <a14:backgroundMark x1="32534" y1="40986" x2="33733" y2="40986"/>
                        <a14:backgroundMark x1="33733" y1="41837" x2="33133" y2="39796"/>
                        <a14:backgroundMark x1="34183" y1="41497" x2="33433" y2="41837"/>
                        <a14:backgroundMark x1="34033" y1="42007" x2="33883" y2="42177"/>
                        <a14:backgroundMark x1="33733" y1="42517" x2="33733" y2="42517"/>
                        <a14:backgroundMark x1="33433" y1="39626" x2="33133" y2="39286"/>
                        <a14:backgroundMark x1="34033" y1="42177" x2="33733" y2="42517"/>
                        <a14:backgroundMark x1="33433" y1="39116" x2="34183" y2="39116"/>
                        <a14:backgroundMark x1="33883" y1="39626" x2="32684" y2="38776"/>
                        <a14:backgroundMark x1="34033" y1="39626" x2="32834" y2="38435"/>
                        <a14:backgroundMark x1="27436" y1="30102" x2="35082" y2="42177"/>
                        <a14:backgroundMark x1="35082" y1="42177" x2="32234" y2="46088"/>
                        <a14:backgroundMark x1="20840" y1="50850" x2="29385" y2="47959"/>
                        <a14:backgroundMark x1="6043" y1="87245" x2="6747" y2="89286"/>
                        <a14:backgroundMark x1="5397" y1="85374" x2="6043" y2="87245"/>
                        <a14:backgroundMark x1="59820" y1="89626" x2="60270" y2="89966"/>
                        <a14:backgroundMark x1="80660" y1="90476" x2="79910" y2="90136"/>
                        <a14:backgroundMark x1="86657" y1="46769" x2="86207" y2="46088"/>
                        <a14:backgroundMark x1="84408" y1="59354" x2="84408" y2="59184"/>
                        <a14:backgroundMark x1="84708" y1="59184" x2="84408" y2="59014"/>
                        <a14:backgroundMark x1="84793" y1="59588" x2="84258" y2="59184"/>
                        <a14:backgroundMark x1="84258" y1="59184" x2="85157" y2="59184"/>
                        <a14:backgroundMark x1="84108" y1="58673" x2="84108" y2="58673"/>
                        <a14:backgroundMark x1="87416" y1="68095" x2="92054" y2="65136"/>
                        <a14:backgroundMark x1="87556" y1="69218" x2="87556" y2="69218"/>
                        <a14:backgroundMark x1="87406" y1="68878" x2="87406" y2="68878"/>
                        <a14:backgroundMark x1="87556" y1="68707" x2="87556" y2="68707"/>
                        <a14:backgroundMark x1="38531" y1="40476" x2="38831" y2="40476"/>
                        <a14:backgroundMark x1="38831" y1="40476" x2="39215" y2="40476"/>
                        <a14:backgroundMark x1="40758" y1="40573" x2="41079" y2="40646"/>
                        <a14:backgroundMark x1="82516" y1="30021" x2="85607" y2="30272"/>
                        <a14:backgroundMark x1="79936" y1="29813" x2="80260" y2="29839"/>
                        <a14:backgroundMark x1="77927" y1="31973" x2="77211" y2="31973"/>
                        <a14:backgroundMark x1="77061" y1="32823" x2="77061" y2="32823"/>
                        <a14:backgroundMark x1="41229" y1="40476" x2="41229" y2="40476"/>
                        <a14:backgroundMark x1="36282" y1="89966" x2="36432" y2="89796"/>
                        <a14:backgroundMark x1="34933" y1="90986" x2="36882" y2="88435"/>
                        <a14:backgroundMark x1="36282" y1="88265" x2="37181" y2="87925"/>
                        <a14:backgroundMark x1="37181" y1="87925" x2="37331" y2="87245"/>
                        <a14:backgroundMark x1="37481" y1="87245" x2="37481" y2="87245"/>
                        <a14:backgroundMark x1="37631" y1="87075" x2="37631" y2="87075"/>
                        <a14:backgroundMark x1="79610" y1="89626" x2="79610" y2="89626"/>
                        <a14:backgroundMark x1="79460" y1="89286" x2="79460" y2="89286"/>
                        <a14:backgroundMark x1="600" y1="67347" x2="600" y2="67347"/>
                        <a14:backgroundMark x1="16642" y1="52211" x2="17691" y2="52551"/>
                        <a14:backgroundMark x1="15442" y1="49490" x2="15442" y2="49490"/>
                        <a14:backgroundMark x1="5847" y1="82313" x2="5847" y2="82313"/>
                        <a14:backgroundMark x1="5247" y1="81633" x2="5247" y2="81633"/>
                        <a14:backgroundMark x1="5097" y1="80612" x2="5097" y2="80612"/>
                        <a14:backgroundMark x1="5097" y1="80102" x2="5097" y2="80102"/>
                        <a14:backgroundMark x1="4948" y1="79762" x2="4948" y2="79762"/>
                        <a14:backgroundMark x1="4948" y1="79422" x2="4948" y2="794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68335" y="2247901"/>
            <a:ext cx="5186265" cy="4572000"/>
          </a:xfrm>
          <a:prstGeom prst="rect">
            <a:avLst/>
          </a:prstGeom>
        </p:spPr>
      </p:pic>
      <p:pic>
        <p:nvPicPr>
          <p:cNvPr id="14" name="Picture 10" descr="Silver new run animation by khalifax10 on DeviantArt">
            <a:extLst>
              <a:ext uri="{FF2B5EF4-FFF2-40B4-BE49-F238E27FC236}">
                <a16:creationId xmlns:a16="http://schemas.microsoft.com/office/drawing/2014/main" id="{6E7862EB-8D81-4789-B79A-D29A773895D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clrChange>
              <a:clrFrom>
                <a:srgbClr val="004040"/>
              </a:clrFrom>
              <a:clrTo>
                <a:srgbClr val="00404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40936" y="6826406"/>
            <a:ext cx="3223992" cy="362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Audio de WhatsApp 2025-10-27 a las 16.26.08_1ba423d0">
            <a:hlinkClick r:id="" action="ppaction://media"/>
            <a:extLst>
              <a:ext uri="{FF2B5EF4-FFF2-40B4-BE49-F238E27FC236}">
                <a16:creationId xmlns:a16="http://schemas.microsoft.com/office/drawing/2014/main" id="{E7B72BF4-A088-41D5-8DDB-B6DD90A9634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01000" end="206928.1632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870253" y="4216975"/>
            <a:ext cx="609600" cy="609600"/>
          </a:xfrm>
          <a:prstGeom prst="rect">
            <a:avLst/>
          </a:prstGeom>
        </p:spPr>
      </p:pic>
      <p:pic>
        <p:nvPicPr>
          <p:cNvPr id="10" name="Audio de WhatsApp 2023-06-11 a las 15.32.13">
            <a:hlinkClick r:id="" action="ppaction://media"/>
            <a:extLst>
              <a:ext uri="{FF2B5EF4-FFF2-40B4-BE49-F238E27FC236}">
                <a16:creationId xmlns:a16="http://schemas.microsoft.com/office/drawing/2014/main" id="{7C849612-B0FA-4274-B781-CAD4FAB0449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228940" y="163830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70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83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81481E-6 L 0.8415 -4.81481E-6 " pathEditMode="relative" rAng="0" ptsTypes="AA">
                                      <p:cBhvr>
                                        <p:cTn id="25" dur="6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075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4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9394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66667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F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2000" y="2025808"/>
            <a:ext cx="9982200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Los juegos educativos pueden contribuir a:</a:t>
            </a:r>
          </a:p>
          <a:p>
            <a:endParaRPr lang="es-ES" sz="32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Estimular la memoria y la concentración.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Favorecer la coordinación y la resolución de problemas.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Reforzar el reconocimiento de colores, figuras y palabras.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Promover la comunicación y la participación.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Fomentar la confianza y la autonomía.</a:t>
            </a:r>
            <a:endParaRPr lang="es-BO" sz="32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24285" y="571500"/>
            <a:ext cx="16729699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7. </a:t>
            </a:r>
            <a:r>
              <a:rPr lang="es-ES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Importancia del juego en el aprendizaje</a:t>
            </a: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pic>
        <p:nvPicPr>
          <p:cNvPr id="6146" name="Picture 2" descr="Sonic jugando videojuegos en su casa">
            <a:extLst>
              <a:ext uri="{FF2B5EF4-FFF2-40B4-BE49-F238E27FC236}">
                <a16:creationId xmlns:a16="http://schemas.microsoft.com/office/drawing/2014/main" id="{2A84A17F-B7AB-494F-9424-4571F453D5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550" b="97026" l="9783" r="99592">
                        <a14:foregroundMark x1="43750" y1="30112" x2="40353" y2="35564"/>
                        <a14:foregroundMark x1="46467" y1="33581" x2="38587" y2="26022"/>
                        <a14:foregroundMark x1="38587" y1="26022" x2="42120" y2="38290"/>
                        <a14:foregroundMark x1="42120" y1="38290" x2="45516" y2="38786"/>
                        <a14:foregroundMark x1="41168" y1="32218" x2="38995" y2="28129"/>
                        <a14:foregroundMark x1="38587" y1="28253" x2="36821" y2="27509"/>
                        <a14:foregroundMark x1="37500" y1="28748" x2="38587" y2="34572"/>
                        <a14:foregroundMark x1="58696" y1="35688" x2="68071" y2="28996"/>
                        <a14:foregroundMark x1="68071" y1="28996" x2="72418" y2="37051"/>
                        <a14:foregroundMark x1="72418" y1="37051" x2="84103" y2="40397"/>
                        <a14:foregroundMark x1="84103" y1="40397" x2="51902" y2="42255"/>
                        <a14:foregroundMark x1="51902" y1="42255" x2="50543" y2="55514"/>
                        <a14:foregroundMark x1="50543" y1="55514" x2="37364" y2="54895"/>
                        <a14:foregroundMark x1="37364" y1="54895" x2="35462" y2="68525"/>
                        <a14:foregroundMark x1="35462" y1="68525" x2="43614" y2="80793"/>
                        <a14:foregroundMark x1="43614" y1="80793" x2="61141" y2="78439"/>
                        <a14:foregroundMark x1="61141" y1="78439" x2="88451" y2="55019"/>
                        <a14:foregroundMark x1="88451" y1="55019" x2="88995" y2="71375"/>
                        <a14:foregroundMark x1="88995" y1="71375" x2="75136" y2="61834"/>
                        <a14:foregroundMark x1="75136" y1="61834" x2="91033" y2="25898"/>
                        <a14:foregroundMark x1="91033" y1="25898" x2="96603" y2="27633"/>
                        <a14:foregroundMark x1="81658" y1="29616" x2="69973" y2="31227"/>
                        <a14:foregroundMark x1="69973" y1="31227" x2="59647" y2="36059"/>
                        <a14:foregroundMark x1="59647" y1="36059" x2="75000" y2="29988"/>
                        <a14:foregroundMark x1="75000" y1="29988" x2="74864" y2="29616"/>
                        <a14:foregroundMark x1="74864" y1="29616" x2="58832" y2="35564"/>
                        <a14:foregroundMark x1="63451" y1="43618" x2="58288" y2="36059"/>
                        <a14:foregroundMark x1="58288" y1="36059" x2="58016" y2="33953"/>
                        <a14:foregroundMark x1="58016" y1="33953" x2="63859" y2="46592"/>
                        <a14:foregroundMark x1="63859" y1="46592" x2="64810" y2="55886"/>
                        <a14:foregroundMark x1="64810" y1="55886" x2="75272" y2="50310"/>
                        <a14:foregroundMark x1="75272" y1="50310" x2="75000" y2="50929"/>
                        <a14:foregroundMark x1="75000" y1="50929" x2="65353" y2="55514"/>
                        <a14:foregroundMark x1="65353" y1="55514" x2="68207" y2="67534"/>
                        <a14:foregroundMark x1="68207" y1="67534" x2="73913" y2="42751"/>
                        <a14:foregroundMark x1="73913" y1="42751" x2="74185" y2="42999"/>
                        <a14:foregroundMark x1="74321" y1="43990" x2="66712" y2="50186"/>
                        <a14:foregroundMark x1="66712" y1="50186" x2="56658" y2="66047"/>
                        <a14:foregroundMark x1="56658" y1="66047" x2="55707" y2="66791"/>
                        <a14:foregroundMark x1="55707" y1="66791" x2="58424" y2="53284"/>
                        <a14:foregroundMark x1="58424" y1="53284" x2="41440" y2="57621"/>
                        <a14:foregroundMark x1="41440" y1="57621" x2="33560" y2="63569"/>
                        <a14:foregroundMark x1="33560" y1="63569" x2="36141" y2="67906"/>
                        <a14:foregroundMark x1="35190" y1="67410" x2="31114" y2="57745"/>
                        <a14:foregroundMark x1="31114" y1="57745" x2="36549" y2="57745"/>
                        <a14:foregroundMark x1="60598" y1="58488" x2="62908" y2="65923"/>
                        <a14:foregroundMark x1="68614" y1="70384" x2="92663" y2="78563"/>
                        <a14:foregroundMark x1="92663" y1="78563" x2="99457" y2="70880"/>
                        <a14:foregroundMark x1="99457" y1="70880" x2="96060" y2="60967"/>
                        <a14:foregroundMark x1="96060" y1="60967" x2="95380" y2="60595"/>
                        <a14:foregroundMark x1="81114" y1="51549" x2="71739" y2="46468"/>
                        <a14:foregroundMark x1="71739" y1="46468" x2="55435" y2="45105"/>
                        <a14:foregroundMark x1="55435" y1="45105" x2="53397" y2="39405"/>
                        <a14:foregroundMark x1="33152" y1="57745" x2="33832" y2="55638"/>
                        <a14:foregroundMark x1="44973" y1="52045" x2="61685" y2="52540"/>
                        <a14:foregroundMark x1="61685" y1="52540" x2="62364" y2="50805"/>
                        <a14:foregroundMark x1="29665" y1="63282" x2="31929" y2="68649"/>
                        <a14:foregroundMark x1="31929" y1="68649" x2="33560" y2="69393"/>
                        <a14:foregroundMark x1="36821" y1="70880" x2="33016" y2="79058"/>
                        <a14:foregroundMark x1="33016" y1="79058" x2="42391" y2="71252"/>
                        <a14:foregroundMark x1="42391" y1="71252" x2="52446" y2="76828"/>
                        <a14:foregroundMark x1="52446" y1="76828" x2="57337" y2="84634"/>
                        <a14:foregroundMark x1="57337" y1="84634" x2="67255" y2="80917"/>
                        <a14:foregroundMark x1="67255" y1="80917" x2="66304" y2="72119"/>
                        <a14:foregroundMark x1="66304" y1="72119" x2="54891" y2="69393"/>
                        <a14:foregroundMark x1="38859" y1="81784" x2="19973" y2="91326"/>
                        <a14:foregroundMark x1="19973" y1="91326" x2="32880" y2="93928"/>
                        <a14:foregroundMark x1="32880" y1="93928" x2="35326" y2="85130"/>
                        <a14:foregroundMark x1="35326" y1="85130" x2="29755" y2="74597"/>
                        <a14:foregroundMark x1="29755" y1="74597" x2="30027" y2="73978"/>
                        <a14:foregroundMark x1="19158" y1="87608" x2="13315" y2="87113"/>
                        <a14:foregroundMark x1="66033" y1="85006" x2="82745" y2="86369"/>
                        <a14:foregroundMark x1="82745" y1="86369" x2="91848" y2="84015"/>
                        <a14:foregroundMark x1="91848" y1="84015" x2="92799" y2="82900"/>
                        <a14:foregroundMark x1="89538" y1="86369" x2="67799" y2="90211"/>
                        <a14:foregroundMark x1="67799" y1="90211" x2="64538" y2="89715"/>
                        <a14:foregroundMark x1="91033" y1="36183" x2="96739" y2="36059"/>
                        <a14:foregroundMark x1="74457" y1="8798" x2="81929" y2="8922"/>
                        <a14:foregroundMark x1="52310" y1="26766" x2="50679" y2="25031"/>
                        <a14:foregroundMark x1="37636" y1="72615" x2="31929" y2="72367"/>
                        <a14:foregroundMark x1="76902" y1="78686" x2="83016" y2="90582"/>
                        <a14:foregroundMark x1="83016" y1="90582" x2="93342" y2="89095"/>
                        <a14:foregroundMark x1="90761" y1="87608" x2="86957" y2="82156"/>
                        <a14:foregroundMark x1="30571" y1="58612" x2="27174" y2="58240"/>
                        <a14:foregroundMark x1="99728" y1="21685" x2="99728" y2="22181"/>
                        <a14:foregroundMark x1="58288" y1="86369" x2="58288" y2="89591"/>
                        <a14:foregroundMark x1="27174" y1="96902" x2="28668" y2="97026"/>
                        <a14:backgroundMark x1="28804" y1="61586" x2="28804" y2="61586"/>
                        <a14:backgroundMark x1="29076" y1="61338" x2="29076" y2="61338"/>
                        <a14:backgroundMark x1="28940" y1="61090" x2="28940" y2="61090"/>
                        <a14:backgroundMark x1="28940" y1="62330" x2="28940" y2="62330"/>
                        <a14:backgroundMark x1="28668" y1="61090" x2="28668" y2="61090"/>
                        <a14:backgroundMark x1="29348" y1="61834" x2="29348" y2="61834"/>
                        <a14:backgroundMark x1="29348" y1="62206" x2="29348" y2="62206"/>
                        <a14:backgroundMark x1="29076" y1="62330" x2="29076" y2="62330"/>
                        <a14:backgroundMark x1="29076" y1="62082" x2="29076" y2="62082"/>
                        <a14:backgroundMark x1="28940" y1="61586" x2="28940" y2="61586"/>
                        <a14:backgroundMark x1="29076" y1="61586" x2="28533" y2="61338"/>
                        <a14:backgroundMark x1="99592" y1="33705" x2="99592" y2="337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02" t="2930"/>
          <a:stretch/>
        </p:blipFill>
        <p:spPr bwMode="auto">
          <a:xfrm>
            <a:off x="11428720" y="1485900"/>
            <a:ext cx="4690219" cy="531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Eggmobile flying by khalifax10 on DeviantArt">
            <a:extLst>
              <a:ext uri="{FF2B5EF4-FFF2-40B4-BE49-F238E27FC236}">
                <a16:creationId xmlns:a16="http://schemas.microsoft.com/office/drawing/2014/main" id="{9B276094-76D1-452A-BA86-3428F4DABD5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clrChange>
              <a:clrFrom>
                <a:srgbClr val="96B3C9"/>
              </a:clrFrom>
              <a:clrTo>
                <a:srgbClr val="96B3C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76800" y="6596998"/>
            <a:ext cx="4609898" cy="319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E.G.G.M.A.N.">
            <a:hlinkClick r:id="" action="ppaction://media"/>
            <a:extLst>
              <a:ext uri="{FF2B5EF4-FFF2-40B4-BE49-F238E27FC236}">
                <a16:creationId xmlns:a16="http://schemas.microsoft.com/office/drawing/2014/main" id="{64DB042D-1211-475E-802C-CEA5AF3AE7F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1000" end="16476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187729" y="2552700"/>
            <a:ext cx="609601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57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-4.93827E-6 L 0.8974 -4.93827E-6 " pathEditMode="relative" rAng="0" ptsTypes="AA">
                                      <p:cBhvr>
                                        <p:cTn id="23" dur="6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87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8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2424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6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8911E937-5B5E-44CD-A795-864DBBAB4D39}"/>
              </a:ext>
            </a:extLst>
          </p:cNvPr>
          <p:cNvSpPr txBox="1"/>
          <p:nvPr/>
        </p:nvSpPr>
        <p:spPr>
          <a:xfrm>
            <a:off x="533401" y="571500"/>
            <a:ext cx="9677399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8. Diseño del producto: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E11F6B78-6B84-44D0-B18A-0F05BDD604DB}"/>
              </a:ext>
            </a:extLst>
          </p:cNvPr>
          <p:cNvSpPr txBox="1"/>
          <p:nvPr/>
        </p:nvSpPr>
        <p:spPr>
          <a:xfrm>
            <a:off x="664339" y="2025809"/>
            <a:ext cx="8936861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DOWNTISM es una página web educativa desarrollada mediante programación informática. Su estructura reúne juegos interactivos, recursos visuales y actividades </a:t>
            </a:r>
            <a:r>
              <a:rPr lang="es-ES" sz="3200" dirty="0" err="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educativas.La</a:t>
            </a: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página presenta una interfaz con imágenes, colores, botones y secciones que permiten acceder a las distintas </a:t>
            </a:r>
            <a:r>
              <a:rPr lang="es-ES" sz="3200" dirty="0" err="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actividades.Su</a:t>
            </a: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diseño busca ofrecer una experiencia sencilla y entretenida, con el propósito de facilitar el acceso a los recursos educativos.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43C9383-D2F7-4133-B074-4D8AA2CBBD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39" r="6228"/>
          <a:stretch/>
        </p:blipFill>
        <p:spPr>
          <a:xfrm>
            <a:off x="9829800" y="2003658"/>
            <a:ext cx="7562621" cy="4114800"/>
          </a:xfrm>
          <a:prstGeom prst="rect">
            <a:avLst/>
          </a:prstGeom>
        </p:spPr>
      </p:pic>
      <p:pic>
        <p:nvPicPr>
          <p:cNvPr id="11" name="Picture 4" descr="Metalsonic Sonicthehesgehog Sticker - Metalsonic Sonicthehesgehog Sonic the  hedgehog - Discover &amp; Share GIFs">
            <a:extLst>
              <a:ext uri="{FF2B5EF4-FFF2-40B4-BE49-F238E27FC236}">
                <a16:creationId xmlns:a16="http://schemas.microsoft.com/office/drawing/2014/main" id="{8F95BCA9-5B31-4941-8D17-E6FF3EBCDC5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20924" y="7396521"/>
            <a:ext cx="3020924" cy="226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Sonic CD Stardust Speedway Bad Future JPEU HD">
            <a:hlinkClick r:id="" action="ppaction://media"/>
            <a:extLst>
              <a:ext uri="{FF2B5EF4-FFF2-40B4-BE49-F238E27FC236}">
                <a16:creationId xmlns:a16="http://schemas.microsoft.com/office/drawing/2014/main" id="{EB1BB399-7674-416A-BFE4-A93E5BE3AA3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000" end="138957.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1219200" y="387842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34568E-6 L 0.8684 -2.34568E-6 " pathEditMode="relative" rAng="0" ptsTypes="AA">
                                      <p:cBhvr>
                                        <p:cTn id="23" dur="6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2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78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54545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F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10800000" flipV="1">
            <a:off x="-873850" y="6362700"/>
            <a:ext cx="3693250" cy="4804584"/>
            <a:chOff x="0" y="0"/>
            <a:chExt cx="4924333" cy="6406111"/>
          </a:xfrm>
        </p:grpSpPr>
        <p:sp>
          <p:nvSpPr>
            <p:cNvPr id="15" name="Freeform 15"/>
            <p:cNvSpPr/>
            <p:nvPr/>
          </p:nvSpPr>
          <p:spPr>
            <a:xfrm rot="-5400000">
              <a:off x="746135" y="2691656"/>
              <a:ext cx="2968321" cy="4460591"/>
            </a:xfrm>
            <a:custGeom>
              <a:avLst/>
              <a:gdLst/>
              <a:ahLst/>
              <a:cxnLst/>
              <a:rect l="l" t="t" r="r" b="b"/>
              <a:pathLst>
                <a:path w="2968321" h="4460591">
                  <a:moveTo>
                    <a:pt x="0" y="0"/>
                  </a:moveTo>
                  <a:lnTo>
                    <a:pt x="2968321" y="0"/>
                  </a:lnTo>
                  <a:lnTo>
                    <a:pt x="2968321" y="4460591"/>
                  </a:lnTo>
                  <a:lnTo>
                    <a:pt x="0" y="446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10800000">
              <a:off x="1956013" y="0"/>
              <a:ext cx="2968321" cy="4460591"/>
            </a:xfrm>
            <a:custGeom>
              <a:avLst/>
              <a:gdLst/>
              <a:ahLst/>
              <a:cxnLst/>
              <a:rect l="l" t="t" r="r" b="b"/>
              <a:pathLst>
                <a:path w="2968321" h="4460591">
                  <a:moveTo>
                    <a:pt x="0" y="0"/>
                  </a:moveTo>
                  <a:lnTo>
                    <a:pt x="2968320" y="0"/>
                  </a:lnTo>
                  <a:lnTo>
                    <a:pt x="2968320" y="4460591"/>
                  </a:lnTo>
                  <a:lnTo>
                    <a:pt x="0" y="446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BO" dirty="0"/>
            </a:p>
          </p:txBody>
        </p:sp>
      </p:grpSp>
      <p:sp>
        <p:nvSpPr>
          <p:cNvPr id="17" name="Freeform 17"/>
          <p:cNvSpPr/>
          <p:nvPr/>
        </p:nvSpPr>
        <p:spPr>
          <a:xfrm rot="-10800000">
            <a:off x="16859337" y="38101"/>
            <a:ext cx="2343063" cy="3520996"/>
          </a:xfrm>
          <a:custGeom>
            <a:avLst/>
            <a:gdLst/>
            <a:ahLst/>
            <a:cxnLst/>
            <a:rect l="l" t="t" r="r" b="b"/>
            <a:pathLst>
              <a:path w="2343063" h="3520996">
                <a:moveTo>
                  <a:pt x="0" y="0"/>
                </a:moveTo>
                <a:lnTo>
                  <a:pt x="2343063" y="0"/>
                </a:lnTo>
                <a:lnTo>
                  <a:pt x="2343063" y="3520996"/>
                </a:lnTo>
                <a:lnTo>
                  <a:pt x="0" y="3520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383656" y="5728335"/>
            <a:ext cx="4660305" cy="536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9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Laberinto</a:t>
            </a:r>
            <a:r>
              <a:rPr lang="en-US" sz="32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relajante</a:t>
            </a:r>
            <a:endParaRPr lang="en-US" sz="3200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84702" y="6362700"/>
            <a:ext cx="4842665" cy="192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800"/>
              </a:lnSpc>
              <a:spcBef>
                <a:spcPct val="0"/>
              </a:spcBef>
            </a:pPr>
            <a:r>
              <a:rPr lang="es-ES" sz="2451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Permite seguir un camino hasta llegar al destino, estimulando la atención, la orientación y la resolución de problemas.</a:t>
            </a:r>
            <a:endParaRPr lang="en-US" sz="2451" dirty="0">
              <a:solidFill>
                <a:srgbClr val="000000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189242" y="5524500"/>
            <a:ext cx="3929161" cy="1091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Armando </a:t>
            </a:r>
            <a:r>
              <a:rPr lang="en-US" sz="3200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figuras</a:t>
            </a:r>
            <a:r>
              <a:rPr lang="en-US" sz="32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coloridas</a:t>
            </a:r>
            <a:endParaRPr lang="en-US" sz="3200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189242" y="6667500"/>
            <a:ext cx="3929161" cy="2896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800"/>
              </a:lnSpc>
              <a:spcBef>
                <a:spcPct val="0"/>
              </a:spcBef>
            </a:pPr>
            <a:r>
              <a:rPr lang="es-ES" sz="2451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Propone seleccionar figuras y colores para relacionarlos correctamente, favoreciendo el reconocimiento visual y la asociación.</a:t>
            </a:r>
            <a:endParaRPr lang="en-US" sz="2451" dirty="0">
              <a:solidFill>
                <a:srgbClr val="000000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263684" y="5524500"/>
            <a:ext cx="4438737" cy="1091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Completa</a:t>
            </a:r>
            <a:r>
              <a:rPr lang="en-US" sz="32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 la </a:t>
            </a:r>
            <a:r>
              <a:rPr lang="en-US" sz="3200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línea</a:t>
            </a:r>
            <a:r>
              <a:rPr lang="en-US" sz="32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números</a:t>
            </a:r>
            <a:endParaRPr lang="en-US" sz="3200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756745" y="6667500"/>
            <a:ext cx="5235681" cy="1921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800"/>
              </a:lnSpc>
              <a:spcBef>
                <a:spcPct val="0"/>
              </a:spcBef>
            </a:pPr>
            <a:r>
              <a:rPr lang="es-ES" sz="2451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Juego que consiste en completar secuencias numéricas para reforzar el reconocimiento de números y el razonamiento lógico.</a:t>
            </a:r>
            <a:endParaRPr lang="en-US" sz="2451" dirty="0">
              <a:solidFill>
                <a:srgbClr val="000000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BA222653-3B55-4E6B-8C13-78207EEA3946}"/>
              </a:ext>
            </a:extLst>
          </p:cNvPr>
          <p:cNvSpPr txBox="1"/>
          <p:nvPr/>
        </p:nvSpPr>
        <p:spPr>
          <a:xfrm>
            <a:off x="524285" y="571500"/>
            <a:ext cx="12886915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9. </a:t>
            </a:r>
            <a:r>
              <a:rPr lang="es-ES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Juegos educativos de DOWNTISM</a:t>
            </a: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EDC8DD51-C36F-4A40-93D2-3AFB8E7E2C9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8872" t="13897" r="28974"/>
          <a:stretch/>
        </p:blipFill>
        <p:spPr bwMode="auto">
          <a:xfrm>
            <a:off x="1752600" y="1883262"/>
            <a:ext cx="3960000" cy="36321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9AB5393E-9E7C-49E2-AF6C-5919AAEC0EF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8851" t="15801" r="28648" b="699"/>
          <a:stretch/>
        </p:blipFill>
        <p:spPr bwMode="auto">
          <a:xfrm>
            <a:off x="7162800" y="2171700"/>
            <a:ext cx="3960000" cy="32077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B966F66B-D2C0-4648-8BD9-72A3D752729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5801" t="15289" r="25821" b="1205"/>
          <a:stretch/>
        </p:blipFill>
        <p:spPr bwMode="auto">
          <a:xfrm>
            <a:off x="12505463" y="2085897"/>
            <a:ext cx="3960000" cy="3344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2" name="Picture 2" descr="Sonic the hedgehog GIF - Conseguir el mejor gif en GIFER">
            <a:extLst>
              <a:ext uri="{FF2B5EF4-FFF2-40B4-BE49-F238E27FC236}">
                <a16:creationId xmlns:a16="http://schemas.microsoft.com/office/drawing/2014/main" id="{27C3F7C3-D5A0-4A08-9FD2-F9CE0A5976F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2728296" y="7038814"/>
            <a:ext cx="2996069" cy="299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Audio de WhatsApp 2025-10-27 a las 15.56.38_c5825727">
            <a:hlinkClick r:id="" action="ppaction://media"/>
            <a:extLst>
              <a:ext uri="{FF2B5EF4-FFF2-40B4-BE49-F238E27FC236}">
                <a16:creationId xmlns:a16="http://schemas.microsoft.com/office/drawing/2014/main" id="{EA07CBF9-09DD-4BCF-931F-94E53D62C5A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5104" end="100901.125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938737" y="1848293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0556E-6 -3.95062E-6 L 0.98055 -3.95062E-6 " pathEditMode="relative" rAng="0" ptsTypes="AA">
                                      <p:cBhvr>
                                        <p:cTn id="62" dur="6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28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4" dur="8096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3939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8911E937-5B5E-44CD-A795-864DBBAB4D39}"/>
              </a:ext>
            </a:extLst>
          </p:cNvPr>
          <p:cNvSpPr txBox="1"/>
          <p:nvPr/>
        </p:nvSpPr>
        <p:spPr>
          <a:xfrm>
            <a:off x="533401" y="571500"/>
            <a:ext cx="12725399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10. Características y utilidad: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E11F6B78-6B84-44D0-B18A-0F05BDD604DB}"/>
              </a:ext>
            </a:extLst>
          </p:cNvPr>
          <p:cNvSpPr txBox="1"/>
          <p:nvPr/>
        </p:nvSpPr>
        <p:spPr>
          <a:xfrm>
            <a:off x="664339" y="2025809"/>
            <a:ext cx="9942078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s-ES" sz="32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Características principales: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Diseño colorido y visual.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Actividades interactivas.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Navegación sencilla.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Contenido educativo.</a:t>
            </a:r>
          </a:p>
          <a:p>
            <a:pPr marL="514350" indent="-514350">
              <a:buFont typeface="+mj-lt"/>
              <a:buAutoNum type="alphaLcParenR"/>
            </a:pPr>
            <a:r>
              <a:rPr lang="es-ES" sz="32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Utilidad:</a:t>
            </a: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ofrecer una herramienta complementaria para reforzar el aprendizaje mediante el juego, respetando los ritmos y necesidades de cada niño.</a:t>
            </a:r>
          </a:p>
        </p:txBody>
      </p:sp>
      <p:pic>
        <p:nvPicPr>
          <p:cNvPr id="11" name="Picture 2" descr="Full view">
            <a:extLst>
              <a:ext uri="{FF2B5EF4-FFF2-40B4-BE49-F238E27FC236}">
                <a16:creationId xmlns:a16="http://schemas.microsoft.com/office/drawing/2014/main" id="{E7F76191-EB71-40CF-8713-40DD49904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2260729"/>
            <a:ext cx="6392228" cy="464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35DF90F-A48A-476F-B8E9-0314FA8FDE25}"/>
              </a:ext>
            </a:extLst>
          </p:cNvPr>
          <p:cNvSpPr/>
          <p:nvPr/>
        </p:nvSpPr>
        <p:spPr>
          <a:xfrm>
            <a:off x="12151334" y="2450914"/>
            <a:ext cx="2265666" cy="1549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12F38D7-9AED-423B-A88A-02070C1B1F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514" y="2495257"/>
            <a:ext cx="2110822" cy="1446898"/>
          </a:xfrm>
          <a:prstGeom prst="rect">
            <a:avLst/>
          </a:prstGeom>
          <a:effectLst/>
        </p:spPr>
      </p:pic>
      <p:pic>
        <p:nvPicPr>
          <p:cNvPr id="14" name="Picture 6" descr="Tails Miles Prower Running Sticker - Tails Miles Prower Running Sonic Stickers">
            <a:extLst>
              <a:ext uri="{FF2B5EF4-FFF2-40B4-BE49-F238E27FC236}">
                <a16:creationId xmlns:a16="http://schemas.microsoft.com/office/drawing/2014/main" id="{C4907D3A-0C10-43D0-AA75-C0FF3FE85F8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0800" y="7810500"/>
            <a:ext cx="2362200" cy="1920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Audio de WhatsApp 2025-10-27 a las 16.25.37_00b85593">
            <a:hlinkClick r:id="" action="ppaction://media"/>
            <a:extLst>
              <a:ext uri="{FF2B5EF4-FFF2-40B4-BE49-F238E27FC236}">
                <a16:creationId xmlns:a16="http://schemas.microsoft.com/office/drawing/2014/main" id="{C874868D-DE89-4C6B-8D95-FC184EEF562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5400" end="86568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901106" y="4535161"/>
            <a:ext cx="608339" cy="608339"/>
          </a:xfrm>
          <a:prstGeom prst="rect">
            <a:avLst/>
          </a:prstGeom>
        </p:spPr>
      </p:pic>
      <p:pic>
        <p:nvPicPr>
          <p:cNvPr id="16" name="angelical">
            <a:hlinkClick r:id="" action="ppaction://media"/>
            <a:extLst>
              <a:ext uri="{FF2B5EF4-FFF2-40B4-BE49-F238E27FC236}">
                <a16:creationId xmlns:a16="http://schemas.microsoft.com/office/drawing/2014/main" id="{1023274C-4294-4349-BB23-B6B50EB7650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934725" y="156336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85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8972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3.45679E-6 L 0.7901 -3.45679E-6 " pathEditMode="relative" rAng="0" ptsTypes="AA">
                                      <p:cBhvr>
                                        <p:cTn id="37" dur="6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66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76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  <p:bldLst>
      <p:bldP spid="19" grpId="0"/>
      <p:bldP spid="20" grpId="0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F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4285" y="571500"/>
            <a:ext cx="12886915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11. </a:t>
            </a:r>
            <a:r>
              <a:rPr lang="es-ES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Calidad de la innovación</a:t>
            </a: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44D8911-A7CA-4CEB-BB3F-B7688C5765A7}"/>
              </a:ext>
            </a:extLst>
          </p:cNvPr>
          <p:cNvSpPr txBox="1"/>
          <p:nvPr/>
        </p:nvSpPr>
        <p:spPr>
          <a:xfrm>
            <a:off x="664339" y="2025809"/>
            <a:ext cx="12029837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La calidad de DOWNTISM se basa en la facilidad de uso de la página, la claridad de las actividades y el funcionamiento correcto de sus juegos.</a:t>
            </a:r>
          </a:p>
          <a:p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Para garantizar una buena experiencia, es importante revisar:</a:t>
            </a:r>
          </a:p>
          <a:p>
            <a:endParaRPr lang="es-ES" sz="28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El funcionamiento de los botones y las instrucciones.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La visualización correcta de imágenes y elementos gráficos.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La navegación entre las distintas secciones.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La reproducción de los recursos multimedia.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La corrección de errores y las mejoras basadas en las opiniones de los usuarios.</a:t>
            </a:r>
          </a:p>
          <a:p>
            <a:endParaRPr lang="es-ES" sz="28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  <a:p>
            <a:r>
              <a:rPr lang="es-ES" sz="2800" dirty="0"/>
              <a:t>La finalidad es ofrecer una herramienta digital accesible, organizada y útil como complemento educativo.</a:t>
            </a:r>
            <a:endParaRPr lang="es-ES" sz="28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pic>
        <p:nvPicPr>
          <p:cNvPr id="7170" name="Picture 2" descr="Sonic Superstars – Esmeraldas Chaos tem seus poderes detalhados – Universo  Nintendo">
            <a:extLst>
              <a:ext uri="{FF2B5EF4-FFF2-40B4-BE49-F238E27FC236}">
                <a16:creationId xmlns:a16="http://schemas.microsoft.com/office/drawing/2014/main" id="{14DF4FB2-896F-406F-85E7-A2A147CB34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3" t="3432" r="9721" b="2966"/>
          <a:stretch/>
        </p:blipFill>
        <p:spPr bwMode="auto">
          <a:xfrm>
            <a:off x="13106400" y="1643586"/>
            <a:ext cx="4517261" cy="498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tro Sonic Knuckles Sticker - Retro Sonic Knuckles Running - Discover &amp;  Share GIFs">
            <a:extLst>
              <a:ext uri="{FF2B5EF4-FFF2-40B4-BE49-F238E27FC236}">
                <a16:creationId xmlns:a16="http://schemas.microsoft.com/office/drawing/2014/main" id="{B453932E-3657-4CF8-98D1-23427322D65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70279" y="7378890"/>
            <a:ext cx="1917879" cy="209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Audio de WhatsApp 2025-10-27 a las 16.25.50_0c7b04a3">
            <a:hlinkClick r:id="" action="ppaction://media"/>
            <a:extLst>
              <a:ext uri="{FF2B5EF4-FFF2-40B4-BE49-F238E27FC236}">
                <a16:creationId xmlns:a16="http://schemas.microsoft.com/office/drawing/2014/main" id="{48306207-B614-4EE4-B002-75648BB25BA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274" end="249696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141077" y="4008269"/>
            <a:ext cx="609600" cy="609600"/>
          </a:xfrm>
          <a:prstGeom prst="rect">
            <a:avLst/>
          </a:prstGeom>
        </p:spPr>
      </p:pic>
      <p:pic>
        <p:nvPicPr>
          <p:cNvPr id="13" name="Audio de WhatsApp 2023-06-11 a las 15.32.13">
            <a:hlinkClick r:id="" action="ppaction://media"/>
            <a:extLst>
              <a:ext uri="{FF2B5EF4-FFF2-40B4-BE49-F238E27FC236}">
                <a16:creationId xmlns:a16="http://schemas.microsoft.com/office/drawing/2014/main" id="{D144D54B-BF54-45F3-8B5E-4F6AFF22CF6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901106" y="216170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05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83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19753E-6 L 0.80972 -0.00463 " pathEditMode="relative" rAng="0" ptsTypes="AA">
                                      <p:cBhvr>
                                        <p:cTn id="25" dur="6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86" y="-231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932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2424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66667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11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8911E937-5B5E-44CD-A795-864DBBAB4D39}"/>
              </a:ext>
            </a:extLst>
          </p:cNvPr>
          <p:cNvSpPr txBox="1"/>
          <p:nvPr/>
        </p:nvSpPr>
        <p:spPr>
          <a:xfrm>
            <a:off x="533401" y="571500"/>
            <a:ext cx="13787749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12. Planificación y organización</a:t>
            </a: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E11F6B78-6B84-44D0-B18A-0F05BDD604DB}"/>
              </a:ext>
            </a:extLst>
          </p:cNvPr>
          <p:cNvSpPr txBox="1"/>
          <p:nvPr/>
        </p:nvSpPr>
        <p:spPr>
          <a:xfrm>
            <a:off x="664338" y="2025809"/>
            <a:ext cx="1137526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El proyecto se organizó en cuatro meses, distribuyendo las actividades de investigación, diseño, programación y revisión.</a:t>
            </a:r>
          </a:p>
        </p:txBody>
      </p:sp>
      <p:sp>
        <p:nvSpPr>
          <p:cNvPr id="8" name="Freeform 23">
            <a:extLst>
              <a:ext uri="{FF2B5EF4-FFF2-40B4-BE49-F238E27FC236}">
                <a16:creationId xmlns:a16="http://schemas.microsoft.com/office/drawing/2014/main" id="{89B2A27D-D951-4606-BEF0-79A673FA3419}"/>
              </a:ext>
            </a:extLst>
          </p:cNvPr>
          <p:cNvSpPr/>
          <p:nvPr/>
        </p:nvSpPr>
        <p:spPr>
          <a:xfrm>
            <a:off x="12858232" y="2021379"/>
            <a:ext cx="2748180" cy="3633412"/>
          </a:xfrm>
          <a:custGeom>
            <a:avLst/>
            <a:gdLst/>
            <a:ahLst/>
            <a:cxnLst/>
            <a:rect l="l" t="t" r="r" b="b"/>
            <a:pathLst>
              <a:path w="910657" h="1203994">
                <a:moveTo>
                  <a:pt x="0" y="0"/>
                </a:moveTo>
                <a:lnTo>
                  <a:pt x="910657" y="0"/>
                </a:lnTo>
                <a:lnTo>
                  <a:pt x="910657" y="1203993"/>
                </a:lnTo>
                <a:lnTo>
                  <a:pt x="0" y="12039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BO" dirty="0"/>
          </a:p>
        </p:txBody>
      </p:sp>
      <p:sp>
        <p:nvSpPr>
          <p:cNvPr id="9" name="Freeform 38">
            <a:extLst>
              <a:ext uri="{FF2B5EF4-FFF2-40B4-BE49-F238E27FC236}">
                <a16:creationId xmlns:a16="http://schemas.microsoft.com/office/drawing/2014/main" id="{38CB8D58-4E4E-40EA-B4BF-1CFF4AE281C8}"/>
              </a:ext>
            </a:extLst>
          </p:cNvPr>
          <p:cNvSpPr/>
          <p:nvPr/>
        </p:nvSpPr>
        <p:spPr>
          <a:xfrm>
            <a:off x="15606412" y="3724863"/>
            <a:ext cx="1894346" cy="2870221"/>
          </a:xfrm>
          <a:custGeom>
            <a:avLst/>
            <a:gdLst/>
            <a:ahLst/>
            <a:cxnLst/>
            <a:rect l="l" t="t" r="r" b="b"/>
            <a:pathLst>
              <a:path w="680365" h="1030856">
                <a:moveTo>
                  <a:pt x="0" y="0"/>
                </a:moveTo>
                <a:lnTo>
                  <a:pt x="680364" y="0"/>
                </a:lnTo>
                <a:lnTo>
                  <a:pt x="680364" y="1030856"/>
                </a:lnTo>
                <a:lnTo>
                  <a:pt x="0" y="103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9ABF1944-5022-4537-B7F4-5AACEB5FD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361506"/>
              </p:ext>
            </p:extLst>
          </p:nvPr>
        </p:nvGraphicFramePr>
        <p:xfrm>
          <a:off x="533401" y="2994211"/>
          <a:ext cx="11118048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9024">
                  <a:extLst>
                    <a:ext uri="{9D8B030D-6E8A-4147-A177-3AD203B41FA5}">
                      <a16:colId xmlns:a16="http://schemas.microsoft.com/office/drawing/2014/main" val="386797443"/>
                    </a:ext>
                  </a:extLst>
                </a:gridCol>
                <a:gridCol w="5559024">
                  <a:extLst>
                    <a:ext uri="{9D8B030D-6E8A-4147-A177-3AD203B41FA5}">
                      <a16:colId xmlns:a16="http://schemas.microsoft.com/office/drawing/2014/main" val="25188543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BO" sz="2800" dirty="0">
                          <a:solidFill>
                            <a:schemeClr val="tx1"/>
                          </a:solidFill>
                        </a:rPr>
                        <a:t>Actividad</a:t>
                      </a:r>
                    </a:p>
                  </a:txBody>
                  <a:tcPr>
                    <a:solidFill>
                      <a:srgbClr val="65FF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2800" dirty="0">
                          <a:solidFill>
                            <a:schemeClr val="tx1"/>
                          </a:solidFill>
                        </a:rPr>
                        <a:t>Periodo</a:t>
                      </a:r>
                    </a:p>
                  </a:txBody>
                  <a:tcPr>
                    <a:solidFill>
                      <a:srgbClr val="65FF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53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Investigación del tema</a:t>
                      </a: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Mes 1</a:t>
                      </a: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91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Elaboración del informe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Mes 1 y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96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Diseño de los juegos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Mes 2 y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861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Elaboración del prototipo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Mes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344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Corrección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Mes 3 y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27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Presentación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Mes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8576"/>
                  </a:ext>
                </a:extLst>
              </a:tr>
            </a:tbl>
          </a:graphicData>
        </a:graphic>
      </p:graphicFrame>
      <p:sp>
        <p:nvSpPr>
          <p:cNvPr id="10" name="TextBox 6">
            <a:extLst>
              <a:ext uri="{FF2B5EF4-FFF2-40B4-BE49-F238E27FC236}">
                <a16:creationId xmlns:a16="http://schemas.microsoft.com/office/drawing/2014/main" id="{87F9FEF0-3A92-468D-83BF-5ECF436687AB}"/>
              </a:ext>
            </a:extLst>
          </p:cNvPr>
          <p:cNvSpPr txBox="1"/>
          <p:nvPr/>
        </p:nvSpPr>
        <p:spPr>
          <a:xfrm>
            <a:off x="533401" y="6833617"/>
            <a:ext cx="1137526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La planificación permitió organizar las actividades y avanzar desde la investigación inicial hasta el desarrollo del prototipo web.</a:t>
            </a:r>
          </a:p>
        </p:txBody>
      </p:sp>
      <p:pic>
        <p:nvPicPr>
          <p:cNvPr id="11" name="Picture 4" descr="Amy running gif by foxeygamer87sonic on DeviantArt">
            <a:extLst>
              <a:ext uri="{FF2B5EF4-FFF2-40B4-BE49-F238E27FC236}">
                <a16:creationId xmlns:a16="http://schemas.microsoft.com/office/drawing/2014/main" id="{F79B84CB-9889-4233-91EB-C7DFC2BA984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44507" y="6842612"/>
            <a:ext cx="2659452" cy="319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Audio de WhatsApp 2025-10-27 a las 21.17.06_823054b4">
            <a:hlinkClick r:id="" action="ppaction://media"/>
            <a:extLst>
              <a:ext uri="{FF2B5EF4-FFF2-40B4-BE49-F238E27FC236}">
                <a16:creationId xmlns:a16="http://schemas.microsoft.com/office/drawing/2014/main" id="{75AC4823-00DE-4C25-99F8-2ACAA0AC1E8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89200" end="213163.1875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35213" y="409814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69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95062E-6 L 0.79584 3.95062E-6 " pathEditMode="relative" rAng="0" ptsTypes="AA">
                                      <p:cBhvr>
                                        <p:cTn id="36" dur="6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92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98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9394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19" grpId="0"/>
      <p:bldP spid="20" grpId="0"/>
      <p:bldP spid="8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F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4285" y="571500"/>
            <a:ext cx="12886915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48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13. </a:t>
            </a:r>
            <a:r>
              <a:rPr lang="es-ES" sz="48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Recursos utilizados</a:t>
            </a:r>
            <a:r>
              <a:rPr lang="es-BO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44D8911-A7CA-4CEB-BB3F-B7688C5765A7}"/>
              </a:ext>
            </a:extLst>
          </p:cNvPr>
          <p:cNvSpPr txBox="1"/>
          <p:nvPr/>
        </p:nvSpPr>
        <p:spPr>
          <a:xfrm>
            <a:off x="664339" y="1866900"/>
            <a:ext cx="8657818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Recursos humanos: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Los integrantes del grupo.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El docente guía.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La tutora del proyecto.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Padres de familia que brindaron información.</a:t>
            </a:r>
          </a:p>
          <a:p>
            <a:pPr marL="514350" indent="-514350">
              <a:buFont typeface="+mj-lt"/>
              <a:buAutoNum type="alphaLcParenR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Recursos materiales y tecnológicos: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Computadora.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Conexión a internet.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Microsoft Word.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Visual Studio </a:t>
            </a:r>
            <a:r>
              <a:rPr lang="es-ES" sz="2800" dirty="0" err="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Code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Adobe Photoshop.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Adobe </a:t>
            </a:r>
            <a:r>
              <a:rPr lang="es-ES" sz="2800" dirty="0" err="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Illustrator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.</a:t>
            </a:r>
          </a:p>
          <a:p>
            <a:pPr marL="514350" indent="-514350">
              <a:buFont typeface="+mj-lt"/>
              <a:buAutoNum type="alphaLcParenR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Recursos digitales: 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archivos HTML, CSS y JavaScript, imágenes, dibujos, elementos gráficos y archivos de música incluidos en el proyecto.</a:t>
            </a:r>
          </a:p>
        </p:txBody>
      </p:sp>
      <p:pic>
        <p:nvPicPr>
          <p:cNvPr id="8194" name="Picture 2" descr="ordenador portátil con Internet 54978649 PNG">
            <a:extLst>
              <a:ext uri="{FF2B5EF4-FFF2-40B4-BE49-F238E27FC236}">
                <a16:creationId xmlns:a16="http://schemas.microsoft.com/office/drawing/2014/main" id="{D006F165-7FF3-4AB2-9E4D-238D1878C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9269" y="2639379"/>
            <a:ext cx="3329408" cy="332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Microsoft Word Logo - PNG y Vector">
            <a:extLst>
              <a:ext uri="{FF2B5EF4-FFF2-40B4-BE49-F238E27FC236}">
                <a16:creationId xmlns:a16="http://schemas.microsoft.com/office/drawing/2014/main" id="{9699615A-8873-422A-806F-33E21A6BF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7490">
            <a:off x="14938140" y="1160179"/>
            <a:ext cx="1929654" cy="192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03275CBC-EB22-4AB1-8366-81863B3F5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40718">
            <a:off x="9979077" y="4747094"/>
            <a:ext cx="2046244" cy="204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>
            <a:extLst>
              <a:ext uri="{FF2B5EF4-FFF2-40B4-BE49-F238E27FC236}">
                <a16:creationId xmlns:a16="http://schemas.microsoft.com/office/drawing/2014/main" id="{E61D013F-90B7-4046-BE94-EF627609A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95131">
            <a:off x="10172631" y="1659696"/>
            <a:ext cx="1659136" cy="165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>
            <a:extLst>
              <a:ext uri="{FF2B5EF4-FFF2-40B4-BE49-F238E27FC236}">
                <a16:creationId xmlns:a16="http://schemas.microsoft.com/office/drawing/2014/main" id="{308967F9-DBEB-4256-82C1-9EBE8A197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79495">
            <a:off x="15748120" y="4842791"/>
            <a:ext cx="1786276" cy="174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Shadow the Hedgehog running gif | Sonic the Hedgehog! Amino">
            <a:extLst>
              <a:ext uri="{FF2B5EF4-FFF2-40B4-BE49-F238E27FC236}">
                <a16:creationId xmlns:a16="http://schemas.microsoft.com/office/drawing/2014/main" id="{179FF39A-2639-40EF-A23D-F5C76640ADA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16011" y="6580895"/>
            <a:ext cx="4478011" cy="3134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Audio de WhatsApp 2025-10-27 a las 21.17.05_39148db3">
            <a:hlinkClick r:id="" action="ppaction://media"/>
            <a:extLst>
              <a:ext uri="{FF2B5EF4-FFF2-40B4-BE49-F238E27FC236}">
                <a16:creationId xmlns:a16="http://schemas.microsoft.com/office/drawing/2014/main" id="{4659176C-A179-4164-83D1-A9FFB2CA433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80200" end="141997.0625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023259" y="39994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76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69136E-6 L 0.81337 4.69136E-6 " pathEditMode="relative" rAng="0" ptsTypes="AA">
                                      <p:cBhvr>
                                        <p:cTn id="20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668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93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4848">
                <p:cTn id="1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11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8911E937-5B5E-44CD-A795-864DBBAB4D39}"/>
              </a:ext>
            </a:extLst>
          </p:cNvPr>
          <p:cNvSpPr txBox="1"/>
          <p:nvPr/>
        </p:nvSpPr>
        <p:spPr>
          <a:xfrm>
            <a:off x="533401" y="571500"/>
            <a:ext cx="12725399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14. Costos del proyecto: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E11F6B78-6B84-44D0-B18A-0F05BDD604DB}"/>
              </a:ext>
            </a:extLst>
          </p:cNvPr>
          <p:cNvSpPr txBox="1"/>
          <p:nvPr/>
        </p:nvSpPr>
        <p:spPr>
          <a:xfrm>
            <a:off x="533400" y="5998007"/>
            <a:ext cx="11118047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Resultado: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El costo estimado de desarrollo de DOWNTISM es de Bs 3.000. El monto representa una valoración del trabajo realizado y de los recursos utilizados. No incluye gastos futuros de mantenimiento ni posibles pagos por alojamiento o dominio.</a:t>
            </a:r>
          </a:p>
        </p:txBody>
      </p:sp>
      <p:graphicFrame>
        <p:nvGraphicFramePr>
          <p:cNvPr id="10" name="Tabla 5">
            <a:extLst>
              <a:ext uri="{FF2B5EF4-FFF2-40B4-BE49-F238E27FC236}">
                <a16:creationId xmlns:a16="http://schemas.microsoft.com/office/drawing/2014/main" id="{31E7037B-411D-4E2E-9312-32DC0D05D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251724"/>
              </p:ext>
            </p:extLst>
          </p:nvPr>
        </p:nvGraphicFramePr>
        <p:xfrm>
          <a:off x="533401" y="2025809"/>
          <a:ext cx="11118048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6999">
                  <a:extLst>
                    <a:ext uri="{9D8B030D-6E8A-4147-A177-3AD203B41FA5}">
                      <a16:colId xmlns:a16="http://schemas.microsoft.com/office/drawing/2014/main" val="386797443"/>
                    </a:ext>
                  </a:extLst>
                </a:gridCol>
                <a:gridCol w="4641049">
                  <a:extLst>
                    <a:ext uri="{9D8B030D-6E8A-4147-A177-3AD203B41FA5}">
                      <a16:colId xmlns:a16="http://schemas.microsoft.com/office/drawing/2014/main" val="25188543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BO" sz="2800" dirty="0">
                          <a:solidFill>
                            <a:schemeClr val="tx1"/>
                          </a:solidFill>
                        </a:rPr>
                        <a:t>Concepto</a:t>
                      </a:r>
                    </a:p>
                  </a:txBody>
                  <a:tcPr>
                    <a:solidFill>
                      <a:srgbClr val="65FF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2800" dirty="0">
                          <a:solidFill>
                            <a:schemeClr val="tx1"/>
                          </a:solidFill>
                        </a:rPr>
                        <a:t>Costo estimado</a:t>
                      </a:r>
                    </a:p>
                  </a:txBody>
                  <a:tcPr>
                    <a:solidFill>
                      <a:srgbClr val="65FF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53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Diseño de la página web</a:t>
                      </a:r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Bs 500</a:t>
                      </a:r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91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Programación de los 3 juegos e integración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Bs 1.500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96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Recursos gráficos y multimedia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Bs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861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Pruebas y corrección de errores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Bs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344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dirty="0"/>
                        <a:t>Organización y preparación de archivos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dirty="0"/>
                        <a:t>Bs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27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BO" sz="2800" b="1" dirty="0"/>
                        <a:t>Costo total estimado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800" b="1" dirty="0"/>
                        <a:t>Bs 3.000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8576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D4702C3B-1E59-4E0F-956F-E61566B19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3555" y="2025809"/>
            <a:ext cx="5640222" cy="3559607"/>
          </a:xfrm>
          <a:prstGeom prst="rect">
            <a:avLst/>
          </a:prstGeom>
        </p:spPr>
      </p:pic>
      <p:pic>
        <p:nvPicPr>
          <p:cNvPr id="12" name="Picture 10" descr="Silver new run animation by khalifax10 on DeviantArt">
            <a:extLst>
              <a:ext uri="{FF2B5EF4-FFF2-40B4-BE49-F238E27FC236}">
                <a16:creationId xmlns:a16="http://schemas.microsoft.com/office/drawing/2014/main" id="{58A2042E-D687-40F2-AFD2-67CDA58444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clrChange>
              <a:clrFrom>
                <a:srgbClr val="004040"/>
              </a:clrFrom>
              <a:clrTo>
                <a:srgbClr val="00404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40936" y="6826406"/>
            <a:ext cx="3223992" cy="362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Audio de WhatsApp 2025-10-27 a las 16.26.08_1ba423d0">
            <a:hlinkClick r:id="" action="ppaction://media"/>
            <a:extLst>
              <a:ext uri="{FF2B5EF4-FFF2-40B4-BE49-F238E27FC236}">
                <a16:creationId xmlns:a16="http://schemas.microsoft.com/office/drawing/2014/main" id="{32F06185-215B-4ECE-8E60-4D94B007CFE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01000" end="206928.1632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870253" y="4216975"/>
            <a:ext cx="609600" cy="609600"/>
          </a:xfrm>
          <a:prstGeom prst="rect">
            <a:avLst/>
          </a:prstGeom>
        </p:spPr>
      </p:pic>
      <p:pic>
        <p:nvPicPr>
          <p:cNvPr id="11" name="Audio de WhatsApp 2023-06-11 a las 15.32.13">
            <a:hlinkClick r:id="" action="ppaction://media"/>
            <a:extLst>
              <a:ext uri="{FF2B5EF4-FFF2-40B4-BE49-F238E27FC236}">
                <a16:creationId xmlns:a16="http://schemas.microsoft.com/office/drawing/2014/main" id="{72929764-CDED-4F8B-AE78-2B236CEE14E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901106" y="216170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6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3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81481E-6 L 0.8415 -4.81481E-6 " pathEditMode="relative" rAng="0" ptsTypes="AA">
                                      <p:cBhvr>
                                        <p:cTn id="30" dur="6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075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104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9394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66667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F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4285" y="571500"/>
            <a:ext cx="12886915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15. </a:t>
            </a:r>
            <a:r>
              <a:rPr lang="es-ES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Metodología</a:t>
            </a: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44D8911-A7CA-4CEB-BB3F-B7688C5765A7}"/>
              </a:ext>
            </a:extLst>
          </p:cNvPr>
          <p:cNvSpPr txBox="1"/>
          <p:nvPr/>
        </p:nvSpPr>
        <p:spPr>
          <a:xfrm>
            <a:off x="664338" y="2025809"/>
            <a:ext cx="12029837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El desarrollo del proyecto se organizó en las siguientes etapas:</a:t>
            </a:r>
          </a:p>
          <a:p>
            <a:endParaRPr lang="es-ES" sz="2800" dirty="0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Investigación: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recopilación de información sobre el autismo, el síndrome de Down y la educación inclusiva.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Planificación: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identificación de necesidades y selección de las actividades educativas.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Diseño: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organización visual de la página y de los juegos.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Programación: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desarrollo de la página web y sus actividades interactivas.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Revisión:</a:t>
            </a:r>
            <a:r>
              <a:rPr lang="es-ES" sz="28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comprobación del funcionamiento y corrección de posibles errores.</a:t>
            </a:r>
          </a:p>
        </p:txBody>
      </p:sp>
      <p:pic>
        <p:nvPicPr>
          <p:cNvPr id="9218" name="Picture 2" descr="Steam Workshop::Sonic Ring Hitsound">
            <a:extLst>
              <a:ext uri="{FF2B5EF4-FFF2-40B4-BE49-F238E27FC236}">
                <a16:creationId xmlns:a16="http://schemas.microsoft.com/office/drawing/2014/main" id="{8BA3CED5-80F5-4E78-97C3-88E2EDE660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1" r="22370"/>
          <a:stretch/>
        </p:blipFill>
        <p:spPr bwMode="auto">
          <a:xfrm>
            <a:off x="13617623" y="2400300"/>
            <a:ext cx="3352801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FA4D5B5-1E47-49C3-B2B5-24AFC9E7D635}"/>
              </a:ext>
            </a:extLst>
          </p:cNvPr>
          <p:cNvSpPr/>
          <p:nvPr/>
        </p:nvSpPr>
        <p:spPr>
          <a:xfrm>
            <a:off x="13187794" y="2491193"/>
            <a:ext cx="2025726" cy="1363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C515CE7-6DF8-48B1-BEAE-A75C5E10B53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8774" y="2530099"/>
            <a:ext cx="1887282" cy="1293668"/>
          </a:xfrm>
          <a:prstGeom prst="rect">
            <a:avLst/>
          </a:prstGeom>
          <a:effectLst/>
        </p:spPr>
      </p:pic>
      <p:pic>
        <p:nvPicPr>
          <p:cNvPr id="12" name="Picture 2" descr="Eggmobile flying by khalifax10 on DeviantArt">
            <a:extLst>
              <a:ext uri="{FF2B5EF4-FFF2-40B4-BE49-F238E27FC236}">
                <a16:creationId xmlns:a16="http://schemas.microsoft.com/office/drawing/2014/main" id="{03F81052-FAE8-418B-A523-9D80D990E26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clrChange>
              <a:clrFrom>
                <a:srgbClr val="96B3C9"/>
              </a:clrFrom>
              <a:clrTo>
                <a:srgbClr val="96B3C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76800" y="6596998"/>
            <a:ext cx="4609898" cy="319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E.G.G.M.A.N.">
            <a:hlinkClick r:id="" action="ppaction://media"/>
            <a:extLst>
              <a:ext uri="{FF2B5EF4-FFF2-40B4-BE49-F238E27FC236}">
                <a16:creationId xmlns:a16="http://schemas.microsoft.com/office/drawing/2014/main" id="{55E71555-A055-40EE-B373-9420D821B35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1000" end="16476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187729" y="2552700"/>
            <a:ext cx="609601" cy="609600"/>
          </a:xfrm>
          <a:prstGeom prst="rect">
            <a:avLst/>
          </a:prstGeom>
        </p:spPr>
      </p:pic>
      <p:pic>
        <p:nvPicPr>
          <p:cNvPr id="14" name="angelical">
            <a:hlinkClick r:id="" action="ppaction://media"/>
            <a:extLst>
              <a:ext uri="{FF2B5EF4-FFF2-40B4-BE49-F238E27FC236}">
                <a16:creationId xmlns:a16="http://schemas.microsoft.com/office/drawing/2014/main" id="{FDB77F67-D5CE-4626-BF8A-2AB96D4CA57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882928" y="142643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30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5" dur="897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-4.93827E-6 L 0.8974 -4.93827E-6 " pathEditMode="relative" rAng="0" ptsTypes="AA">
                                      <p:cBhvr>
                                        <p:cTn id="39" dur="6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87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8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2424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11" grpId="0"/>
      <p:bldP spid="8" grpId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8911E937-5B5E-44CD-A795-864DBBAB4D39}"/>
              </a:ext>
            </a:extLst>
          </p:cNvPr>
          <p:cNvSpPr txBox="1"/>
          <p:nvPr/>
        </p:nvSpPr>
        <p:spPr>
          <a:xfrm>
            <a:off x="533401" y="571500"/>
            <a:ext cx="7238999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16. Conclusiones: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E11F6B78-6B84-44D0-B18A-0F05BDD604DB}"/>
              </a:ext>
            </a:extLst>
          </p:cNvPr>
          <p:cNvSpPr txBox="1"/>
          <p:nvPr/>
        </p:nvSpPr>
        <p:spPr>
          <a:xfrm>
            <a:off x="664338" y="2025809"/>
            <a:ext cx="11222862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DOWNTISM integra tecnología y educación mediante una página web con juegos interactivos.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Los tres juegos desarrollados proponen actividades de recorridos, figuras y secuencias numéricas.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La propuesta busca apoyar el aprendizaje y la inclusión educativa de niños con autismo y síndrome de Down.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Los recursos digitales pueden complementar el trabajo de padres y docentes.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La efectividad educativa del proyecto deberá evaluarse mediante pruebas y observaciones con usuarios.</a:t>
            </a:r>
          </a:p>
        </p:txBody>
      </p:sp>
      <p:pic>
        <p:nvPicPr>
          <p:cNvPr id="11268" name="Picture 4" descr="7 ideas de Amy Rose | sonic the hedgehog, amy rose, videos de sonic">
            <a:extLst>
              <a:ext uri="{FF2B5EF4-FFF2-40B4-BE49-F238E27FC236}">
                <a16:creationId xmlns:a16="http://schemas.microsoft.com/office/drawing/2014/main" id="{17891ABD-EBE3-47FC-80C6-1D22DF1B6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8367" y="1706426"/>
            <a:ext cx="5086350" cy="506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Metalsonic Sonicthehesgehog Sticker - Metalsonic Sonicthehesgehog Sonic the  hedgehog - Discover &amp; Share GIFs">
            <a:extLst>
              <a:ext uri="{FF2B5EF4-FFF2-40B4-BE49-F238E27FC236}">
                <a16:creationId xmlns:a16="http://schemas.microsoft.com/office/drawing/2014/main" id="{45DDAF21-1A0A-4469-B2F5-AFFBDAAE84E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20924" y="7396521"/>
            <a:ext cx="3020924" cy="226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Sonic CD Stardust Speedway Bad Future JPEU HD">
            <a:hlinkClick r:id="" action="ppaction://media"/>
            <a:extLst>
              <a:ext uri="{FF2B5EF4-FFF2-40B4-BE49-F238E27FC236}">
                <a16:creationId xmlns:a16="http://schemas.microsoft.com/office/drawing/2014/main" id="{84DE0D80-82F0-4DB9-A6A6-1F6EC74BAB5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000" end="138957.5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219200" y="3878421"/>
            <a:ext cx="609600" cy="609600"/>
          </a:xfrm>
          <a:prstGeom prst="rect">
            <a:avLst/>
          </a:prstGeom>
        </p:spPr>
      </p:pic>
      <p:pic>
        <p:nvPicPr>
          <p:cNvPr id="10" name="anime-wow-sound-effect">
            <a:hlinkClick r:id="" action="ppaction://media"/>
            <a:extLst>
              <a:ext uri="{FF2B5EF4-FFF2-40B4-BE49-F238E27FC236}">
                <a16:creationId xmlns:a16="http://schemas.microsoft.com/office/drawing/2014/main" id="{4260F60D-2E13-451C-98B7-B9A9097F2BE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202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802925" y="120215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49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412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34568E-6 L 0.8684 -2.34568E-6 " pathEditMode="relative" rAng="0" ptsTypes="AA">
                                      <p:cBhvr>
                                        <p:cTn id="25" dur="6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20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78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54545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10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F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 lang="es-BO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4285" y="571500"/>
            <a:ext cx="12886915" cy="113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9359"/>
              </a:lnSpc>
              <a:spcBef>
                <a:spcPct val="0"/>
              </a:spcBef>
            </a:pPr>
            <a:r>
              <a:rPr lang="es-BO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17. </a:t>
            </a:r>
            <a:r>
              <a:rPr lang="es-ES" sz="54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Recomendaciones</a:t>
            </a:r>
            <a:r>
              <a:rPr lang="es-BO" sz="6000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:</a:t>
            </a:r>
            <a:endParaRPr lang="es-BO" sz="7999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44D8911-A7CA-4CEB-BB3F-B7688C5765A7}"/>
              </a:ext>
            </a:extLst>
          </p:cNvPr>
          <p:cNvSpPr txBox="1"/>
          <p:nvPr/>
        </p:nvSpPr>
        <p:spPr>
          <a:xfrm>
            <a:off x="664338" y="2025809"/>
            <a:ext cx="11746502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Utilizar los juegos con el acompañamiento de padres o docentes.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Adaptar las actividades a las capacidades y necesidades de cada niño.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Mantener las instrucciones claras y los controles sencillos.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Revisar periódicamente el funcionamiento de la página.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Recoger opiniones de padres y docentes para mejorar el proyecto.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Incorporar nuevas actividades y evaluar su utilidad educativa.</a:t>
            </a:r>
          </a:p>
        </p:txBody>
      </p:sp>
      <p:pic>
        <p:nvPicPr>
          <p:cNvPr id="12290" name="Picture 2" descr="Cosplay de maid | Imagenes de tails, Arte super mario, Buena madre">
            <a:extLst>
              <a:ext uri="{FF2B5EF4-FFF2-40B4-BE49-F238E27FC236}">
                <a16:creationId xmlns:a16="http://schemas.microsoft.com/office/drawing/2014/main" id="{32D70318-3BAA-472B-AA62-098438379C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8" t="5961" r="7823" b="1040"/>
          <a:stretch/>
        </p:blipFill>
        <p:spPr bwMode="auto">
          <a:xfrm>
            <a:off x="13036501" y="1138963"/>
            <a:ext cx="4441062" cy="55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Sonic 2 waiting (Sonic 3 Style) by miniluv73 on DeviantArt">
            <a:extLst>
              <a:ext uri="{FF2B5EF4-FFF2-40B4-BE49-F238E27FC236}">
                <a16:creationId xmlns:a16="http://schemas.microsoft.com/office/drawing/2014/main" id="{848227D0-B0C6-406F-8F1B-7734C134D1D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6457792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Audio de WhatsApp 2023-06-11 a las 15.32.13">
            <a:hlinkClick r:id="" action="ppaction://media"/>
            <a:extLst>
              <a:ext uri="{FF2B5EF4-FFF2-40B4-BE49-F238E27FC236}">
                <a16:creationId xmlns:a16="http://schemas.microsoft.com/office/drawing/2014/main" id="{0DF85651-BD1E-4A41-BBFA-4F72F57684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8448105" y="6036281"/>
            <a:ext cx="609600" cy="609600"/>
          </a:xfrm>
          <a:prstGeom prst="rect">
            <a:avLst/>
          </a:prstGeom>
        </p:spPr>
      </p:pic>
      <p:pic>
        <p:nvPicPr>
          <p:cNvPr id="10" name="Audio de WhatsApp 2023-06-11 a las 15.32.13">
            <a:hlinkClick r:id="" action="ppaction://media"/>
            <a:extLst>
              <a:ext uri="{FF2B5EF4-FFF2-40B4-BE49-F238E27FC236}">
                <a16:creationId xmlns:a16="http://schemas.microsoft.com/office/drawing/2014/main" id="{DDB7E989-74C1-4F3E-B919-B41F081EEE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901106" y="2161703"/>
            <a:ext cx="609600" cy="609600"/>
          </a:xfrm>
          <a:prstGeom prst="rect">
            <a:avLst/>
          </a:prstGeom>
        </p:spPr>
      </p:pic>
      <p:pic>
        <p:nvPicPr>
          <p:cNvPr id="12" name="enter-special-stage-101soundboards">
            <a:hlinkClick r:id="" action="ppaction://media"/>
            <a:extLst>
              <a:ext uri="{FF2B5EF4-FFF2-40B4-BE49-F238E27FC236}">
                <a16:creationId xmlns:a16="http://schemas.microsoft.com/office/drawing/2014/main" id="{E5B03794-4940-4212-B192-16B8F550A49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979840" y="40424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19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83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88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66667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66667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11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A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4683790" cy="2576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3790" cy="2576531"/>
            </a:xfrm>
            <a:custGeom>
              <a:avLst/>
              <a:gdLst/>
              <a:ahLst/>
              <a:cxnLst/>
              <a:rect l="l" t="t" r="r" b="b"/>
              <a:pathLst>
                <a:path w="4683790" h="2576531">
                  <a:moveTo>
                    <a:pt x="0" y="0"/>
                  </a:moveTo>
                  <a:lnTo>
                    <a:pt x="4683790" y="0"/>
                  </a:lnTo>
                  <a:lnTo>
                    <a:pt x="4683790" y="2576531"/>
                  </a:lnTo>
                  <a:lnTo>
                    <a:pt x="0" y="2576531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683790" cy="26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231992" y="382172"/>
            <a:ext cx="11824016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743"/>
              </a:lnSpc>
              <a:spcBef>
                <a:spcPct val="0"/>
              </a:spcBef>
            </a:pPr>
            <a:r>
              <a:rPr lang="en-US" sz="8000" spc="424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Equipo</a:t>
            </a:r>
            <a:r>
              <a:rPr lang="en-US" sz="8000" spc="424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 de Proyecto: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78245" y="7653143"/>
            <a:ext cx="4417826" cy="459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800"/>
              </a:lnSpc>
              <a:spcBef>
                <a:spcPct val="0"/>
              </a:spcBef>
            </a:pPr>
            <a:r>
              <a:rPr lang="en-US" sz="2451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Primer </a:t>
            </a:r>
            <a:r>
              <a:rPr lang="en-US" sz="2451" dirty="0" err="1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miembro</a:t>
            </a:r>
            <a:r>
              <a:rPr lang="en-US" sz="2451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 del </a:t>
            </a:r>
            <a:r>
              <a:rPr lang="en-US" sz="2451" dirty="0" err="1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equipo</a:t>
            </a:r>
            <a:r>
              <a:rPr lang="en-US" sz="2451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96782" y="7710122"/>
            <a:ext cx="4882836" cy="459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800"/>
              </a:lnSpc>
              <a:spcBef>
                <a:spcPct val="0"/>
              </a:spcBef>
            </a:pPr>
            <a:r>
              <a:rPr lang="en-US" sz="2451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Segundo </a:t>
            </a:r>
            <a:r>
              <a:rPr lang="en-US" sz="2451" dirty="0" err="1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miembro</a:t>
            </a:r>
            <a:r>
              <a:rPr lang="en-US" sz="2451" dirty="0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 del </a:t>
            </a:r>
            <a:r>
              <a:rPr lang="en-US" sz="2451" dirty="0" err="1">
                <a:solidFill>
                  <a:srgbClr val="000000"/>
                </a:solidFill>
                <a:latin typeface="Alef"/>
                <a:ea typeface="Alef"/>
                <a:cs typeface="Alef"/>
                <a:sym typeface="Alef"/>
              </a:rPr>
              <a:t>equipo</a:t>
            </a:r>
            <a:endParaRPr lang="en-US" sz="2451" dirty="0">
              <a:solidFill>
                <a:srgbClr val="000000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826953" y="7085014"/>
            <a:ext cx="5804216" cy="628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153"/>
              </a:lnSpc>
              <a:spcBef>
                <a:spcPct val="0"/>
              </a:spcBef>
            </a:pPr>
            <a:r>
              <a:rPr lang="en-US" sz="3324" b="1" dirty="0">
                <a:solidFill>
                  <a:srgbClr val="000000"/>
                </a:solidFill>
                <a:latin typeface="Alef Bold"/>
                <a:ea typeface="Alef Bold"/>
                <a:cs typeface="Alef Bold"/>
                <a:sym typeface="Alef Bold"/>
              </a:rPr>
              <a:t>Junior Felipe Molina </a:t>
            </a:r>
            <a:r>
              <a:rPr lang="en-US" sz="3324" b="1" dirty="0" err="1">
                <a:solidFill>
                  <a:srgbClr val="000000"/>
                </a:solidFill>
                <a:latin typeface="Alef Bold"/>
                <a:ea typeface="Alef Bold"/>
                <a:cs typeface="Alef Bold"/>
                <a:sym typeface="Alef Bold"/>
              </a:rPr>
              <a:t>Zurita</a:t>
            </a:r>
            <a:endParaRPr lang="en-US" sz="3324" b="1" dirty="0">
              <a:solidFill>
                <a:srgbClr val="000000"/>
              </a:solidFill>
              <a:latin typeface="Alef Bold"/>
              <a:ea typeface="Alef Bold"/>
              <a:cs typeface="Alef Bold"/>
              <a:sym typeface="Alef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48428" y="7085014"/>
            <a:ext cx="7017815" cy="628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153"/>
              </a:lnSpc>
              <a:spcBef>
                <a:spcPct val="0"/>
              </a:spcBef>
            </a:pPr>
            <a:r>
              <a:rPr lang="en-US" sz="3324" b="1" dirty="0">
                <a:solidFill>
                  <a:srgbClr val="000000"/>
                </a:solidFill>
                <a:latin typeface="Alef Bold"/>
                <a:ea typeface="Alef Bold"/>
                <a:cs typeface="Alef Bold"/>
                <a:sym typeface="Alef Bold"/>
              </a:rPr>
              <a:t>Wilfredo Daniel Delgado Sanabria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FE9096EC-E961-8A10-4F02-702CBA2BF5C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0891" t="26938" r="14953" b="28935"/>
          <a:stretch/>
        </p:blipFill>
        <p:spPr>
          <a:xfrm>
            <a:off x="11398200" y="2178060"/>
            <a:ext cx="4680000" cy="4680000"/>
          </a:xfrm>
          <a:prstGeom prst="ellipse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BB409F6B-641F-8315-36CD-3711F6030CB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8612" t="16218" r="37868" b="45105"/>
          <a:stretch/>
        </p:blipFill>
        <p:spPr>
          <a:xfrm>
            <a:off x="2217335" y="2178060"/>
            <a:ext cx="4680000" cy="4680000"/>
          </a:xfrm>
          <a:prstGeom prst="ellipse">
            <a:avLst/>
          </a:prstGeom>
        </p:spPr>
      </p:pic>
      <p:pic>
        <p:nvPicPr>
          <p:cNvPr id="14" name="Audio de WhatsApp 2023-06-11 a las 15.32.13">
            <a:hlinkClick r:id="" action="ppaction://media"/>
            <a:extLst>
              <a:ext uri="{FF2B5EF4-FFF2-40B4-BE49-F238E27FC236}">
                <a16:creationId xmlns:a16="http://schemas.microsoft.com/office/drawing/2014/main" id="{171F3F42-9BFE-4D71-826B-AB353A6FFC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947497" y="3314700"/>
            <a:ext cx="609600" cy="609600"/>
          </a:xfrm>
          <a:prstGeom prst="rect">
            <a:avLst/>
          </a:prstGeom>
        </p:spPr>
      </p:pic>
      <p:pic>
        <p:nvPicPr>
          <p:cNvPr id="15" name="baby-laughing-meme">
            <a:hlinkClick r:id="" action="ppaction://media"/>
            <a:extLst>
              <a:ext uri="{FF2B5EF4-FFF2-40B4-BE49-F238E27FC236}">
                <a16:creationId xmlns:a16="http://schemas.microsoft.com/office/drawing/2014/main" id="{4C04154E-C130-494B-84A9-E8D6419D5F7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st="432" end="4735.5256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947497" y="217806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83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165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66667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303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21" grpId="0"/>
      <p:bldP spid="22" grpId="0"/>
      <p:bldP spid="23" grpId="0"/>
      <p:bldP spid="25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117" y="252117"/>
            <a:ext cx="17783767" cy="9782767"/>
            <a:chOff x="0" y="0"/>
            <a:chExt cx="23711689" cy="1304368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711689" cy="13043689"/>
              <a:chOff x="0" y="0"/>
              <a:chExt cx="4683790" cy="257653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683790" cy="2576531"/>
              </a:xfrm>
              <a:custGeom>
                <a:avLst/>
                <a:gdLst/>
                <a:ahLst/>
                <a:cxnLst/>
                <a:rect l="l" t="t" r="r" b="b"/>
                <a:pathLst>
                  <a:path w="4683790" h="2576531">
                    <a:moveTo>
                      <a:pt x="0" y="0"/>
                    </a:moveTo>
                    <a:lnTo>
                      <a:pt x="4683790" y="0"/>
                    </a:lnTo>
                    <a:lnTo>
                      <a:pt x="4683790" y="2576531"/>
                    </a:lnTo>
                    <a:lnTo>
                      <a:pt x="0" y="2576531"/>
                    </a:lnTo>
                    <a:close/>
                  </a:path>
                </a:pathLst>
              </a:custGeom>
              <a:ln w="57150" cap="sq">
                <a:solidFill>
                  <a:srgbClr val="469CD6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85725"/>
                <a:ext cx="4683790" cy="26622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800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0" y="0"/>
              <a:ext cx="8435751" cy="8435751"/>
            </a:xfrm>
            <a:custGeom>
              <a:avLst/>
              <a:gdLst/>
              <a:ahLst/>
              <a:cxnLst/>
              <a:rect l="l" t="t" r="r" b="b"/>
              <a:pathLst>
                <a:path w="8435751" h="8435751">
                  <a:moveTo>
                    <a:pt x="0" y="0"/>
                  </a:moveTo>
                  <a:lnTo>
                    <a:pt x="8435751" y="0"/>
                  </a:lnTo>
                  <a:lnTo>
                    <a:pt x="8435751" y="8435751"/>
                  </a:lnTo>
                  <a:lnTo>
                    <a:pt x="0" y="8435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397264" y="0"/>
              <a:ext cx="8435751" cy="8435751"/>
            </a:xfrm>
            <a:custGeom>
              <a:avLst/>
              <a:gdLst/>
              <a:ahLst/>
              <a:cxnLst/>
              <a:rect l="l" t="t" r="r" b="b"/>
              <a:pathLst>
                <a:path w="8435751" h="8435751">
                  <a:moveTo>
                    <a:pt x="0" y="0"/>
                  </a:moveTo>
                  <a:lnTo>
                    <a:pt x="8435751" y="0"/>
                  </a:lnTo>
                  <a:lnTo>
                    <a:pt x="8435751" y="8435751"/>
                  </a:lnTo>
                  <a:lnTo>
                    <a:pt x="0" y="8435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16781828" y="0"/>
              <a:ext cx="6898016" cy="8435751"/>
            </a:xfrm>
            <a:custGeom>
              <a:avLst/>
              <a:gdLst/>
              <a:ahLst/>
              <a:cxnLst/>
              <a:rect l="l" t="t" r="r" b="b"/>
              <a:pathLst>
                <a:path w="6898016" h="8435751">
                  <a:moveTo>
                    <a:pt x="0" y="0"/>
                  </a:moveTo>
                  <a:lnTo>
                    <a:pt x="6898015" y="0"/>
                  </a:lnTo>
                  <a:lnTo>
                    <a:pt x="6898015" y="8435751"/>
                  </a:lnTo>
                  <a:lnTo>
                    <a:pt x="0" y="8435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2229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4F6C8E6-39BE-4A69-B44A-BE6D5C10727D}"/>
              </a:ext>
            </a:extLst>
          </p:cNvPr>
          <p:cNvSpPr/>
          <p:nvPr/>
        </p:nvSpPr>
        <p:spPr>
          <a:xfrm>
            <a:off x="3238500" y="918400"/>
            <a:ext cx="11811000" cy="3810000"/>
          </a:xfrm>
          <a:prstGeom prst="roundRect">
            <a:avLst/>
          </a:prstGeom>
          <a:solidFill>
            <a:srgbClr val="65FF7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11" name="TextBox 11"/>
          <p:cNvSpPr txBox="1"/>
          <p:nvPr/>
        </p:nvSpPr>
        <p:spPr>
          <a:xfrm>
            <a:off x="3352800" y="1028700"/>
            <a:ext cx="11620500" cy="3808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5000"/>
              </a:lnSpc>
              <a:spcBef>
                <a:spcPct val="0"/>
              </a:spcBef>
            </a:pPr>
            <a:r>
              <a:rPr lang="en-US" sz="11500" u="none" strike="noStrike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Gracias por </a:t>
            </a:r>
            <a:r>
              <a:rPr lang="en-US" sz="11500" u="none" strike="noStrike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su</a:t>
            </a:r>
            <a:r>
              <a:rPr lang="en-US" sz="11500" u="none" strike="noStrike" dirty="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 </a:t>
            </a:r>
            <a:r>
              <a:rPr lang="en-US" sz="11500" u="none" strike="noStrike" dirty="0" err="1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atención</a:t>
            </a:r>
            <a:endParaRPr lang="en-US" sz="11500" u="none" strike="noStrike" dirty="0">
              <a:solidFill>
                <a:srgbClr val="000000"/>
              </a:solidFill>
              <a:latin typeface="Wedges"/>
              <a:ea typeface="Wedges"/>
              <a:cs typeface="Wedges"/>
              <a:sym typeface="Wedges"/>
            </a:endParaRPr>
          </a:p>
        </p:txBody>
      </p:sp>
      <p:pic>
        <p:nvPicPr>
          <p:cNvPr id="13314" name="Picture 2" descr="Sonic Tails GIF - Sonic Tails Knuckles - Discover &amp; Share GIFs">
            <a:extLst>
              <a:ext uri="{FF2B5EF4-FFF2-40B4-BE49-F238E27FC236}">
                <a16:creationId xmlns:a16="http://schemas.microsoft.com/office/drawing/2014/main" id="{670002C0-C996-443A-A1F5-E409704BF11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5021428"/>
            <a:ext cx="8362950" cy="444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Audio de WhatsApp 2025-02-24 a las 22.38.33_29a68e75">
            <a:hlinkClick r:id="" action="ppaction://media"/>
            <a:extLst>
              <a:ext uri="{FF2B5EF4-FFF2-40B4-BE49-F238E27FC236}">
                <a16:creationId xmlns:a16="http://schemas.microsoft.com/office/drawing/2014/main" id="{C060BF87-0354-4ED7-A9F2-D80BCF0D97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8361065" y="47284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666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5303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1448</Words>
  <Application>Microsoft Office PowerPoint</Application>
  <PresentationFormat>Personalizado</PresentationFormat>
  <Paragraphs>146</Paragraphs>
  <Slides>23</Slides>
  <Notes>0</Notes>
  <HiddenSlides>0</HiddenSlides>
  <MMClips>33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Calibri</vt:lpstr>
      <vt:lpstr>Alef</vt:lpstr>
      <vt:lpstr>Alef Bold</vt:lpstr>
      <vt:lpstr>Cloud</vt:lpstr>
      <vt:lpstr>Wedges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Cute Illustrative Autism Awareness Day</dc:title>
  <cp:lastModifiedBy>lenovo</cp:lastModifiedBy>
  <cp:revision>35</cp:revision>
  <dcterms:created xsi:type="dcterms:W3CDTF">2006-08-16T00:00:00Z</dcterms:created>
  <dcterms:modified xsi:type="dcterms:W3CDTF">2026-10-19T14:49:01Z</dcterms:modified>
  <dc:identifier>DAHXc53124o</dc:identifier>
</cp:coreProperties>
</file>